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88" r:id="rId3"/>
    <p:sldId id="267" r:id="rId4"/>
    <p:sldId id="374" r:id="rId5"/>
    <p:sldId id="375" r:id="rId6"/>
    <p:sldId id="291" r:id="rId7"/>
    <p:sldId id="377" r:id="rId8"/>
    <p:sldId id="376" r:id="rId9"/>
    <p:sldId id="293" r:id="rId10"/>
    <p:sldId id="378" r:id="rId11"/>
    <p:sldId id="29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F4478-124B-4694-9D4C-C49325270F85}" v="45" dt="2026-04-19T14:44:43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2296"/>
  </p:normalViewPr>
  <p:slideViewPr>
    <p:cSldViewPr snapToGrid="0" snapToObjects="1">
      <p:cViewPr>
        <p:scale>
          <a:sx n="62" d="100"/>
          <a:sy n="62" d="100"/>
        </p:scale>
        <p:origin x="1772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na Billows" userId="0451e220-fd8e-4337-8096-07a0f935d9b1" providerId="ADAL" clId="{374963E2-BE2A-4C22-AC13-9EDDF41C6B4E}"/>
    <pc:docChg chg="undo custSel addSld delSld modSld sldOrd">
      <pc:chgData name="Nina Billows" userId="0451e220-fd8e-4337-8096-07a0f935d9b1" providerId="ADAL" clId="{374963E2-BE2A-4C22-AC13-9EDDF41C6B4E}" dt="2026-04-19T15:04:27.061" v="9673" actId="255"/>
      <pc:docMkLst>
        <pc:docMk/>
      </pc:docMkLst>
      <pc:sldChg chg="modSp mod">
        <pc:chgData name="Nina Billows" userId="0451e220-fd8e-4337-8096-07a0f935d9b1" providerId="ADAL" clId="{374963E2-BE2A-4C22-AC13-9EDDF41C6B4E}" dt="2026-04-19T12:54:22.057" v="7386" actId="20577"/>
        <pc:sldMkLst>
          <pc:docMk/>
          <pc:sldMk cId="223427758" sldId="256"/>
        </pc:sldMkLst>
        <pc:spChg chg="mod">
          <ac:chgData name="Nina Billows" userId="0451e220-fd8e-4337-8096-07a0f935d9b1" providerId="ADAL" clId="{374963E2-BE2A-4C22-AC13-9EDDF41C6B4E}" dt="2026-04-19T12:54:22.057" v="7386" actId="20577"/>
          <ac:spMkLst>
            <pc:docMk/>
            <pc:sldMk cId="223427758" sldId="256"/>
            <ac:spMk id="3" creationId="{EB17BD78-C6DF-1C44-BB44-F77EB9C26177}"/>
          </ac:spMkLst>
        </pc:spChg>
        <pc:spChg chg="mod">
          <ac:chgData name="Nina Billows" userId="0451e220-fd8e-4337-8096-07a0f935d9b1" providerId="ADAL" clId="{374963E2-BE2A-4C22-AC13-9EDDF41C6B4E}" dt="2026-04-08T12:15:18.293" v="11" actId="20577"/>
          <ac:spMkLst>
            <pc:docMk/>
            <pc:sldMk cId="223427758" sldId="256"/>
            <ac:spMk id="6" creationId="{D1D247CC-E492-FA49-96C7-52C6153DE7D3}"/>
          </ac:spMkLst>
        </pc:spChg>
      </pc:sldChg>
      <pc:sldChg chg="addSp delSp modSp mod ord">
        <pc:chgData name="Nina Billows" userId="0451e220-fd8e-4337-8096-07a0f935d9b1" providerId="ADAL" clId="{374963E2-BE2A-4C22-AC13-9EDDF41C6B4E}" dt="2026-04-19T14:23:37.649" v="9194" actId="255"/>
        <pc:sldMkLst>
          <pc:docMk/>
          <pc:sldMk cId="1967062095" sldId="267"/>
        </pc:sldMkLst>
        <pc:spChg chg="mod">
          <ac:chgData name="Nina Billows" userId="0451e220-fd8e-4337-8096-07a0f935d9b1" providerId="ADAL" clId="{374963E2-BE2A-4C22-AC13-9EDDF41C6B4E}" dt="2026-04-19T13:17:56.771" v="7942" actId="20577"/>
          <ac:spMkLst>
            <pc:docMk/>
            <pc:sldMk cId="1967062095" sldId="267"/>
            <ac:spMk id="2" creationId="{00000000-0000-0000-0000-000000000000}"/>
          </ac:spMkLst>
        </pc:spChg>
        <pc:spChg chg="add mod">
          <ac:chgData name="Nina Billows" userId="0451e220-fd8e-4337-8096-07a0f935d9b1" providerId="ADAL" clId="{374963E2-BE2A-4C22-AC13-9EDDF41C6B4E}" dt="2026-04-19T14:23:37.649" v="9194" actId="255"/>
          <ac:spMkLst>
            <pc:docMk/>
            <pc:sldMk cId="1967062095" sldId="267"/>
            <ac:spMk id="3" creationId="{6FF0F015-3812-BBE9-A15C-8BBD01EC02FA}"/>
          </ac:spMkLst>
        </pc:spChg>
        <pc:spChg chg="add">
          <ac:chgData name="Nina Billows" userId="0451e220-fd8e-4337-8096-07a0f935d9b1" providerId="ADAL" clId="{374963E2-BE2A-4C22-AC13-9EDDF41C6B4E}" dt="2026-04-19T13:31:55.282" v="8496"/>
          <ac:spMkLst>
            <pc:docMk/>
            <pc:sldMk cId="1967062095" sldId="267"/>
            <ac:spMk id="4" creationId="{972E3045-A15F-54EE-1A08-B4CDA07F1059}"/>
          </ac:spMkLst>
        </pc:spChg>
        <pc:graphicFrameChg chg="add del mod modGraphic">
          <ac:chgData name="Nina Billows" userId="0451e220-fd8e-4337-8096-07a0f935d9b1" providerId="ADAL" clId="{374963E2-BE2A-4C22-AC13-9EDDF41C6B4E}" dt="2026-04-19T13:18:01.094" v="7944" actId="478"/>
          <ac:graphicFrameMkLst>
            <pc:docMk/>
            <pc:sldMk cId="1967062095" sldId="267"/>
            <ac:graphicFrameMk id="18" creationId="{F5D3D0AB-BFC3-33C5-85D3-A01854CF3AEF}"/>
          </ac:graphicFrameMkLst>
        </pc:graphicFrameChg>
        <pc:picChg chg="add mod">
          <ac:chgData name="Nina Billows" userId="0451e220-fd8e-4337-8096-07a0f935d9b1" providerId="ADAL" clId="{374963E2-BE2A-4C22-AC13-9EDDF41C6B4E}" dt="2026-04-19T13:37:23.415" v="8610" actId="1076"/>
          <ac:picMkLst>
            <pc:docMk/>
            <pc:sldMk cId="1967062095" sldId="267"/>
            <ac:picMk id="6" creationId="{35687A1E-4399-CB83-88D9-02F79511AC07}"/>
          </ac:picMkLst>
        </pc:picChg>
      </pc:sldChg>
      <pc:sldChg chg="addSp delSp modSp mod modClrScheme chgLayout">
        <pc:chgData name="Nina Billows" userId="0451e220-fd8e-4337-8096-07a0f935d9b1" providerId="ADAL" clId="{374963E2-BE2A-4C22-AC13-9EDDF41C6B4E}" dt="2026-04-19T14:47:24.805" v="9643" actId="20577"/>
        <pc:sldMkLst>
          <pc:docMk/>
          <pc:sldMk cId="211898462" sldId="288"/>
        </pc:sldMkLst>
        <pc:spChg chg="add mod ord">
          <ac:chgData name="Nina Billows" userId="0451e220-fd8e-4337-8096-07a0f935d9b1" providerId="ADAL" clId="{374963E2-BE2A-4C22-AC13-9EDDF41C6B4E}" dt="2026-04-19T14:47:24.805" v="9643" actId="20577"/>
          <ac:spMkLst>
            <pc:docMk/>
            <pc:sldMk cId="211898462" sldId="288"/>
            <ac:spMk id="3" creationId="{56644413-78A2-F0AD-AC0D-2F7B44B1E7D9}"/>
          </ac:spMkLst>
        </pc:spChg>
        <pc:spChg chg="add del mod">
          <ac:chgData name="Nina Billows" userId="0451e220-fd8e-4337-8096-07a0f935d9b1" providerId="ADAL" clId="{374963E2-BE2A-4C22-AC13-9EDDF41C6B4E}" dt="2026-04-19T13:02:52.765" v="7671" actId="478"/>
          <ac:spMkLst>
            <pc:docMk/>
            <pc:sldMk cId="211898462" sldId="288"/>
            <ac:spMk id="11" creationId="{9B9A6611-04C7-D2A4-9655-BEAA9703160E}"/>
          </ac:spMkLst>
        </pc:spChg>
        <pc:spChg chg="mod ord">
          <ac:chgData name="Nina Billows" userId="0451e220-fd8e-4337-8096-07a0f935d9b1" providerId="ADAL" clId="{374963E2-BE2A-4C22-AC13-9EDDF41C6B4E}" dt="2026-04-08T12:41:13.437" v="1451" actId="26606"/>
          <ac:spMkLst>
            <pc:docMk/>
            <pc:sldMk cId="211898462" sldId="288"/>
            <ac:spMk id="1033" creationId="{34AA9836-0110-8F4F-AD69-267621FF97FB}"/>
          </ac:spMkLst>
        </pc:spChg>
        <pc:picChg chg="add del mod">
          <ac:chgData name="Nina Billows" userId="0451e220-fd8e-4337-8096-07a0f935d9b1" providerId="ADAL" clId="{374963E2-BE2A-4C22-AC13-9EDDF41C6B4E}" dt="2026-04-19T12:54:39.758" v="7408" actId="478"/>
          <ac:picMkLst>
            <pc:docMk/>
            <pc:sldMk cId="211898462" sldId="288"/>
            <ac:picMk id="9" creationId="{352AFF96-11DC-641A-8651-FAE76D779F08}"/>
          </ac:picMkLst>
        </pc:picChg>
      </pc:sldChg>
      <pc:sldChg chg="addSp delSp modSp del mod ord">
        <pc:chgData name="Nina Billows" userId="0451e220-fd8e-4337-8096-07a0f935d9b1" providerId="ADAL" clId="{374963E2-BE2A-4C22-AC13-9EDDF41C6B4E}" dt="2026-04-19T14:45:26.130" v="9412" actId="47"/>
        <pc:sldMkLst>
          <pc:docMk/>
          <pc:sldMk cId="2682379730" sldId="289"/>
        </pc:sldMkLst>
      </pc:sldChg>
      <pc:sldChg chg="addSp delSp modSp new mod">
        <pc:chgData name="Nina Billows" userId="0451e220-fd8e-4337-8096-07a0f935d9b1" providerId="ADAL" clId="{374963E2-BE2A-4C22-AC13-9EDDF41C6B4E}" dt="2026-04-19T14:55:57.264" v="9670" actId="20577"/>
        <pc:sldMkLst>
          <pc:docMk/>
          <pc:sldMk cId="1158969309" sldId="291"/>
        </pc:sldMkLst>
        <pc:spChg chg="mod">
          <ac:chgData name="Nina Billows" userId="0451e220-fd8e-4337-8096-07a0f935d9b1" providerId="ADAL" clId="{374963E2-BE2A-4C22-AC13-9EDDF41C6B4E}" dt="2026-04-19T14:07:34.310" v="8750" actId="20577"/>
          <ac:spMkLst>
            <pc:docMk/>
            <pc:sldMk cId="1158969309" sldId="291"/>
            <ac:spMk id="2" creationId="{5D72EA11-55F4-4504-231C-BC8D938AECBB}"/>
          </ac:spMkLst>
        </pc:spChg>
        <pc:spChg chg="del mod">
          <ac:chgData name="Nina Billows" userId="0451e220-fd8e-4337-8096-07a0f935d9b1" providerId="ADAL" clId="{374963E2-BE2A-4C22-AC13-9EDDF41C6B4E}" dt="2026-04-19T14:12:58.613" v="8939" actId="12084"/>
          <ac:spMkLst>
            <pc:docMk/>
            <pc:sldMk cId="1158969309" sldId="291"/>
            <ac:spMk id="3" creationId="{23A57BC1-438F-52E0-277A-C3F2FF800DAC}"/>
          </ac:spMkLst>
        </pc:spChg>
        <pc:graphicFrameChg chg="add mod modGraphic">
          <ac:chgData name="Nina Billows" userId="0451e220-fd8e-4337-8096-07a0f935d9b1" providerId="ADAL" clId="{374963E2-BE2A-4C22-AC13-9EDDF41C6B4E}" dt="2026-04-19T14:55:57.264" v="9670" actId="20577"/>
          <ac:graphicFrameMkLst>
            <pc:docMk/>
            <pc:sldMk cId="1158969309" sldId="291"/>
            <ac:graphicFrameMk id="4" creationId="{B872595B-A9B8-76E7-85B3-CEFF61519162}"/>
          </ac:graphicFrameMkLst>
        </pc:graphicFrameChg>
      </pc:sldChg>
      <pc:sldChg chg="addSp delSp modSp add del mod modNotesTx">
        <pc:chgData name="Nina Billows" userId="0451e220-fd8e-4337-8096-07a0f935d9b1" providerId="ADAL" clId="{374963E2-BE2A-4C22-AC13-9EDDF41C6B4E}" dt="2026-04-19T14:45:23.276" v="9398" actId="47"/>
        <pc:sldMkLst>
          <pc:docMk/>
          <pc:sldMk cId="2732545389" sldId="292"/>
        </pc:sldMkLst>
      </pc:sldChg>
      <pc:sldChg chg="addSp delSp modSp add mod ord modNotesTx">
        <pc:chgData name="Nina Billows" userId="0451e220-fd8e-4337-8096-07a0f935d9b1" providerId="ADAL" clId="{374963E2-BE2A-4C22-AC13-9EDDF41C6B4E}" dt="2026-04-19T15:04:01.079" v="9672" actId="6549"/>
        <pc:sldMkLst>
          <pc:docMk/>
          <pc:sldMk cId="2799153339" sldId="293"/>
        </pc:sldMkLst>
        <pc:spChg chg="mod">
          <ac:chgData name="Nina Billows" userId="0451e220-fd8e-4337-8096-07a0f935d9b1" providerId="ADAL" clId="{374963E2-BE2A-4C22-AC13-9EDDF41C6B4E}" dt="2026-04-19T14:35:44.408" v="9272" actId="20577"/>
          <ac:spMkLst>
            <pc:docMk/>
            <pc:sldMk cId="2799153339" sldId="293"/>
            <ac:spMk id="2" creationId="{BC921438-2124-164C-D4A5-B416BB9A4FAF}"/>
          </ac:spMkLst>
        </pc:spChg>
        <pc:spChg chg="mod">
          <ac:chgData name="Nina Billows" userId="0451e220-fd8e-4337-8096-07a0f935d9b1" providerId="ADAL" clId="{374963E2-BE2A-4C22-AC13-9EDDF41C6B4E}" dt="2026-04-19T14:45:07.855" v="9397" actId="20577"/>
          <ac:spMkLst>
            <pc:docMk/>
            <pc:sldMk cId="2799153339" sldId="293"/>
            <ac:spMk id="3" creationId="{B29505DF-3912-0136-C1AD-230A02587D61}"/>
          </ac:spMkLst>
        </pc:spChg>
        <pc:spChg chg="del">
          <ac:chgData name="Nina Billows" userId="0451e220-fd8e-4337-8096-07a0f935d9b1" providerId="ADAL" clId="{374963E2-BE2A-4C22-AC13-9EDDF41C6B4E}" dt="2026-04-19T14:36:37.467" v="9274" actId="478"/>
          <ac:spMkLst>
            <pc:docMk/>
            <pc:sldMk cId="2799153339" sldId="293"/>
            <ac:spMk id="5" creationId="{1528722B-0D76-DE8B-7908-96200B7F955F}"/>
          </ac:spMkLst>
        </pc:spChg>
        <pc:spChg chg="del">
          <ac:chgData name="Nina Billows" userId="0451e220-fd8e-4337-8096-07a0f935d9b1" providerId="ADAL" clId="{374963E2-BE2A-4C22-AC13-9EDDF41C6B4E}" dt="2026-04-19T14:36:39.573" v="9275" actId="478"/>
          <ac:spMkLst>
            <pc:docMk/>
            <pc:sldMk cId="2799153339" sldId="293"/>
            <ac:spMk id="7" creationId="{A97F359F-8A92-2E35-7F52-D6FE021BCA64}"/>
          </ac:spMkLst>
        </pc:spChg>
        <pc:spChg chg="add">
          <ac:chgData name="Nina Billows" userId="0451e220-fd8e-4337-8096-07a0f935d9b1" providerId="ADAL" clId="{374963E2-BE2A-4C22-AC13-9EDDF41C6B4E}" dt="2026-04-19T14:41:02.993" v="9291"/>
          <ac:spMkLst>
            <pc:docMk/>
            <pc:sldMk cId="2799153339" sldId="293"/>
            <ac:spMk id="8" creationId="{8CE04EF7-D00A-EEF3-6469-5BA580948795}"/>
          </ac:spMkLst>
        </pc:spChg>
        <pc:spChg chg="add">
          <ac:chgData name="Nina Billows" userId="0451e220-fd8e-4337-8096-07a0f935d9b1" providerId="ADAL" clId="{374963E2-BE2A-4C22-AC13-9EDDF41C6B4E}" dt="2026-04-19T14:41:11.515" v="9292"/>
          <ac:spMkLst>
            <pc:docMk/>
            <pc:sldMk cId="2799153339" sldId="293"/>
            <ac:spMk id="9" creationId="{1014F342-C4B9-46AD-A564-397CB81B21E5}"/>
          </ac:spMkLst>
        </pc:spChg>
        <pc:picChg chg="add del mod">
          <ac:chgData name="Nina Billows" userId="0451e220-fd8e-4337-8096-07a0f935d9b1" providerId="ADAL" clId="{374963E2-BE2A-4C22-AC13-9EDDF41C6B4E}" dt="2026-04-19T14:38:35.802" v="9290" actId="478"/>
          <ac:picMkLst>
            <pc:docMk/>
            <pc:sldMk cId="2799153339" sldId="293"/>
            <ac:picMk id="6" creationId="{589D220A-47DE-6077-E471-65D9279AEEF3}"/>
          </ac:picMkLst>
        </pc:picChg>
        <pc:picChg chg="add mod">
          <ac:chgData name="Nina Billows" userId="0451e220-fd8e-4337-8096-07a0f935d9b1" providerId="ADAL" clId="{374963E2-BE2A-4C22-AC13-9EDDF41C6B4E}" dt="2026-04-19T14:41:30.348" v="9296" actId="14100"/>
          <ac:picMkLst>
            <pc:docMk/>
            <pc:sldMk cId="2799153339" sldId="293"/>
            <ac:picMk id="11" creationId="{42036F55-7E83-90DE-9A1A-980705733000}"/>
          </ac:picMkLst>
        </pc:picChg>
        <pc:picChg chg="del">
          <ac:chgData name="Nina Billows" userId="0451e220-fd8e-4337-8096-07a0f935d9b1" providerId="ADAL" clId="{374963E2-BE2A-4C22-AC13-9EDDF41C6B4E}" dt="2026-04-19T14:36:40.723" v="9276" actId="478"/>
          <ac:picMkLst>
            <pc:docMk/>
            <pc:sldMk cId="2799153339" sldId="293"/>
            <ac:picMk id="1026" creationId="{F355B0A6-EF46-EB64-83FD-506554DE5DC9}"/>
          </ac:picMkLst>
        </pc:picChg>
      </pc:sldChg>
      <pc:sldChg chg="addSp delSp modSp add mod modNotesTx">
        <pc:chgData name="Nina Billows" userId="0451e220-fd8e-4337-8096-07a0f935d9b1" providerId="ADAL" clId="{374963E2-BE2A-4C22-AC13-9EDDF41C6B4E}" dt="2026-04-19T15:04:27.061" v="9673" actId="255"/>
        <pc:sldMkLst>
          <pc:docMk/>
          <pc:sldMk cId="178099651" sldId="294"/>
        </pc:sldMkLst>
        <pc:spChg chg="mod">
          <ac:chgData name="Nina Billows" userId="0451e220-fd8e-4337-8096-07a0f935d9b1" providerId="ADAL" clId="{374963E2-BE2A-4C22-AC13-9EDDF41C6B4E}" dt="2026-04-19T14:45:37.483" v="9424" actId="20577"/>
          <ac:spMkLst>
            <pc:docMk/>
            <pc:sldMk cId="178099651" sldId="294"/>
            <ac:spMk id="2" creationId="{D7602AC7-8969-0C68-FE16-3DAED4BB8008}"/>
          </ac:spMkLst>
        </pc:spChg>
        <pc:spChg chg="add mod">
          <ac:chgData name="Nina Billows" userId="0451e220-fd8e-4337-8096-07a0f935d9b1" providerId="ADAL" clId="{374963E2-BE2A-4C22-AC13-9EDDF41C6B4E}" dt="2026-04-19T15:04:27.061" v="9673" actId="255"/>
          <ac:spMkLst>
            <pc:docMk/>
            <pc:sldMk cId="178099651" sldId="294"/>
            <ac:spMk id="10" creationId="{BF73E519-8D70-BC7B-75AA-584CB1B7123D}"/>
          </ac:spMkLst>
        </pc:spChg>
        <pc:picChg chg="add del mod modCrop">
          <ac:chgData name="Nina Billows" userId="0451e220-fd8e-4337-8096-07a0f935d9b1" providerId="ADAL" clId="{374963E2-BE2A-4C22-AC13-9EDDF41C6B4E}" dt="2026-04-19T14:47:01.490" v="9624" actId="478"/>
          <ac:picMkLst>
            <pc:docMk/>
            <pc:sldMk cId="178099651" sldId="294"/>
            <ac:picMk id="5" creationId="{4724FCBC-4299-B4B1-99AF-8891578AA25D}"/>
          </ac:picMkLst>
        </pc:picChg>
        <pc:picChg chg="add del mod">
          <ac:chgData name="Nina Billows" userId="0451e220-fd8e-4337-8096-07a0f935d9b1" providerId="ADAL" clId="{374963E2-BE2A-4C22-AC13-9EDDF41C6B4E}" dt="2026-04-19T14:47:01.490" v="9624" actId="478"/>
          <ac:picMkLst>
            <pc:docMk/>
            <pc:sldMk cId="178099651" sldId="294"/>
            <ac:picMk id="7" creationId="{0322CDEC-D75F-60BF-3744-697344D6DBEA}"/>
          </ac:picMkLst>
        </pc:picChg>
      </pc:sldChg>
      <pc:sldChg chg="addSp delSp modSp new del mod">
        <pc:chgData name="Nina Billows" userId="0451e220-fd8e-4337-8096-07a0f935d9b1" providerId="ADAL" clId="{374963E2-BE2A-4C22-AC13-9EDDF41C6B4E}" dt="2026-04-19T14:45:24.447" v="9402" actId="47"/>
        <pc:sldMkLst>
          <pc:docMk/>
          <pc:sldMk cId="2367254565" sldId="295"/>
        </pc:sldMkLst>
      </pc:sldChg>
      <pc:sldChg chg="addSp delSp modSp new del mod">
        <pc:chgData name="Nina Billows" userId="0451e220-fd8e-4337-8096-07a0f935d9b1" providerId="ADAL" clId="{374963E2-BE2A-4C22-AC13-9EDDF41C6B4E}" dt="2026-04-19T14:45:24.599" v="9403" actId="47"/>
        <pc:sldMkLst>
          <pc:docMk/>
          <pc:sldMk cId="2662221156" sldId="296"/>
        </pc:sldMkLst>
      </pc:sldChg>
      <pc:sldChg chg="addSp delSp modSp new del mod">
        <pc:chgData name="Nina Billows" userId="0451e220-fd8e-4337-8096-07a0f935d9b1" providerId="ADAL" clId="{374963E2-BE2A-4C22-AC13-9EDDF41C6B4E}" dt="2026-04-19T14:45:23.755" v="9399" actId="47"/>
        <pc:sldMkLst>
          <pc:docMk/>
          <pc:sldMk cId="3654810615" sldId="297"/>
        </pc:sldMkLst>
      </pc:sldChg>
      <pc:sldChg chg="addSp delSp modSp add del mod ord">
        <pc:chgData name="Nina Billows" userId="0451e220-fd8e-4337-8096-07a0f935d9b1" providerId="ADAL" clId="{374963E2-BE2A-4C22-AC13-9EDDF41C6B4E}" dt="2026-04-19T14:45:24.273" v="9401" actId="47"/>
        <pc:sldMkLst>
          <pc:docMk/>
          <pc:sldMk cId="3147565796" sldId="298"/>
        </pc:sldMkLst>
      </pc:sldChg>
      <pc:sldChg chg="modSp add del mod ord">
        <pc:chgData name="Nina Billows" userId="0451e220-fd8e-4337-8096-07a0f935d9b1" providerId="ADAL" clId="{374963E2-BE2A-4C22-AC13-9EDDF41C6B4E}" dt="2026-04-19T14:45:24.079" v="9400" actId="47"/>
        <pc:sldMkLst>
          <pc:docMk/>
          <pc:sldMk cId="758784728" sldId="299"/>
        </pc:sldMkLst>
      </pc:sldChg>
      <pc:sldChg chg="delSp modSp add del mod modClrScheme chgLayout">
        <pc:chgData name="Nina Billows" userId="0451e220-fd8e-4337-8096-07a0f935d9b1" providerId="ADAL" clId="{374963E2-BE2A-4C22-AC13-9EDDF41C6B4E}" dt="2026-04-19T14:45:24.773" v="9404" actId="47"/>
        <pc:sldMkLst>
          <pc:docMk/>
          <pc:sldMk cId="3149496378" sldId="300"/>
        </pc:sldMkLst>
      </pc:sldChg>
      <pc:sldChg chg="addSp delSp modSp add del mod ord">
        <pc:chgData name="Nina Billows" userId="0451e220-fd8e-4337-8096-07a0f935d9b1" providerId="ADAL" clId="{374963E2-BE2A-4C22-AC13-9EDDF41C6B4E}" dt="2026-04-19T14:45:25.088" v="9405" actId="47"/>
        <pc:sldMkLst>
          <pc:docMk/>
          <pc:sldMk cId="3882216258" sldId="301"/>
        </pc:sldMkLst>
      </pc:sldChg>
      <pc:sldChg chg="modSp add del mod ord">
        <pc:chgData name="Nina Billows" userId="0451e220-fd8e-4337-8096-07a0f935d9b1" providerId="ADAL" clId="{374963E2-BE2A-4C22-AC13-9EDDF41C6B4E}" dt="2026-04-19T14:45:25.964" v="9411" actId="47"/>
        <pc:sldMkLst>
          <pc:docMk/>
          <pc:sldMk cId="4150080918" sldId="302"/>
        </pc:sldMkLst>
      </pc:sldChg>
      <pc:sldChg chg="addSp delSp modSp new del mod">
        <pc:chgData name="Nina Billows" userId="0451e220-fd8e-4337-8096-07a0f935d9b1" providerId="ADAL" clId="{374963E2-BE2A-4C22-AC13-9EDDF41C6B4E}" dt="2026-04-19T14:45:25.759" v="9409" actId="47"/>
        <pc:sldMkLst>
          <pc:docMk/>
          <pc:sldMk cId="1541875197" sldId="303"/>
        </pc:sldMkLst>
      </pc:sldChg>
      <pc:sldChg chg="modSp add del mod">
        <pc:chgData name="Nina Billows" userId="0451e220-fd8e-4337-8096-07a0f935d9b1" providerId="ADAL" clId="{374963E2-BE2A-4C22-AC13-9EDDF41C6B4E}" dt="2026-04-19T14:45:25.168" v="9406" actId="47"/>
        <pc:sldMkLst>
          <pc:docMk/>
          <pc:sldMk cId="3344168071" sldId="364"/>
        </pc:sldMkLst>
      </pc:sldChg>
      <pc:sldChg chg="modSp add del mod">
        <pc:chgData name="Nina Billows" userId="0451e220-fd8e-4337-8096-07a0f935d9b1" providerId="ADAL" clId="{374963E2-BE2A-4C22-AC13-9EDDF41C6B4E}" dt="2026-04-19T14:45:25.695" v="9407" actId="47"/>
        <pc:sldMkLst>
          <pc:docMk/>
          <pc:sldMk cId="2942014204" sldId="370"/>
        </pc:sldMkLst>
      </pc:sldChg>
      <pc:sldChg chg="modSp add del mod">
        <pc:chgData name="Nina Billows" userId="0451e220-fd8e-4337-8096-07a0f935d9b1" providerId="ADAL" clId="{374963E2-BE2A-4C22-AC13-9EDDF41C6B4E}" dt="2026-04-19T14:45:25.724" v="9408" actId="47"/>
        <pc:sldMkLst>
          <pc:docMk/>
          <pc:sldMk cId="2605589656" sldId="371"/>
        </pc:sldMkLst>
      </pc:sldChg>
      <pc:sldChg chg="delSp modSp add del mod">
        <pc:chgData name="Nina Billows" userId="0451e220-fd8e-4337-8096-07a0f935d9b1" providerId="ADAL" clId="{374963E2-BE2A-4C22-AC13-9EDDF41C6B4E}" dt="2026-04-19T14:45:25.788" v="9410" actId="47"/>
        <pc:sldMkLst>
          <pc:docMk/>
          <pc:sldMk cId="3154516219" sldId="372"/>
        </pc:sldMkLst>
      </pc:sldChg>
      <pc:sldChg chg="addSp modSp new del mod">
        <pc:chgData name="Nina Billows" userId="0451e220-fd8e-4337-8096-07a0f935d9b1" providerId="ADAL" clId="{374963E2-BE2A-4C22-AC13-9EDDF41C6B4E}" dt="2026-04-19T14:45:30.349" v="9413" actId="47"/>
        <pc:sldMkLst>
          <pc:docMk/>
          <pc:sldMk cId="3635963434" sldId="373"/>
        </pc:sldMkLst>
      </pc:sldChg>
      <pc:sldChg chg="delSp modSp add mod">
        <pc:chgData name="Nina Billows" userId="0451e220-fd8e-4337-8096-07a0f935d9b1" providerId="ADAL" clId="{374963E2-BE2A-4C22-AC13-9EDDF41C6B4E}" dt="2026-04-19T13:40:05.700" v="8667" actId="14100"/>
        <pc:sldMkLst>
          <pc:docMk/>
          <pc:sldMk cId="1634230669" sldId="374"/>
        </pc:sldMkLst>
        <pc:spChg chg="mod">
          <ac:chgData name="Nina Billows" userId="0451e220-fd8e-4337-8096-07a0f935d9b1" providerId="ADAL" clId="{374963E2-BE2A-4C22-AC13-9EDDF41C6B4E}" dt="2026-04-19T13:37:39.743" v="8638" actId="20577"/>
          <ac:spMkLst>
            <pc:docMk/>
            <pc:sldMk cId="1634230669" sldId="374"/>
            <ac:spMk id="2" creationId="{30E82A11-2C14-1B3A-61D4-6960BEA2FCA1}"/>
          </ac:spMkLst>
        </pc:spChg>
        <pc:spChg chg="mod">
          <ac:chgData name="Nina Billows" userId="0451e220-fd8e-4337-8096-07a0f935d9b1" providerId="ADAL" clId="{374963E2-BE2A-4C22-AC13-9EDDF41C6B4E}" dt="2026-04-19T13:40:05.700" v="8667" actId="14100"/>
          <ac:spMkLst>
            <pc:docMk/>
            <pc:sldMk cId="1634230669" sldId="374"/>
            <ac:spMk id="3" creationId="{A9ED518A-87C4-F9B7-86A2-9AFE7A8B5751}"/>
          </ac:spMkLst>
        </pc:spChg>
        <pc:picChg chg="del">
          <ac:chgData name="Nina Billows" userId="0451e220-fd8e-4337-8096-07a0f935d9b1" providerId="ADAL" clId="{374963E2-BE2A-4C22-AC13-9EDDF41C6B4E}" dt="2026-04-19T13:37:41.519" v="8639" actId="478"/>
          <ac:picMkLst>
            <pc:docMk/>
            <pc:sldMk cId="1634230669" sldId="374"/>
            <ac:picMk id="6" creationId="{A3068C35-4FBB-4C89-8991-8C5FE27FF352}"/>
          </ac:picMkLst>
        </pc:picChg>
      </pc:sldChg>
      <pc:sldChg chg="addSp delSp modSp add mod">
        <pc:chgData name="Nina Billows" userId="0451e220-fd8e-4337-8096-07a0f935d9b1" providerId="ADAL" clId="{374963E2-BE2A-4C22-AC13-9EDDF41C6B4E}" dt="2026-04-19T14:53:59.109" v="9656" actId="20577"/>
        <pc:sldMkLst>
          <pc:docMk/>
          <pc:sldMk cId="3572410904" sldId="375"/>
        </pc:sldMkLst>
        <pc:spChg chg="mod">
          <ac:chgData name="Nina Billows" userId="0451e220-fd8e-4337-8096-07a0f935d9b1" providerId="ADAL" clId="{374963E2-BE2A-4C22-AC13-9EDDF41C6B4E}" dt="2026-04-19T13:40:36.605" v="8686" actId="20577"/>
          <ac:spMkLst>
            <pc:docMk/>
            <pc:sldMk cId="3572410904" sldId="375"/>
            <ac:spMk id="2" creationId="{2E3403EE-654E-726A-4394-DCAAD1B826FC}"/>
          </ac:spMkLst>
        </pc:spChg>
        <pc:spChg chg="mod">
          <ac:chgData name="Nina Billows" userId="0451e220-fd8e-4337-8096-07a0f935d9b1" providerId="ADAL" clId="{374963E2-BE2A-4C22-AC13-9EDDF41C6B4E}" dt="2026-04-19T14:53:59.109" v="9656" actId="20577"/>
          <ac:spMkLst>
            <pc:docMk/>
            <pc:sldMk cId="3572410904" sldId="375"/>
            <ac:spMk id="3" creationId="{E4787179-0370-A1DB-8607-BCB690DC1D4B}"/>
          </ac:spMkLst>
        </pc:spChg>
        <pc:spChg chg="add mod">
          <ac:chgData name="Nina Billows" userId="0451e220-fd8e-4337-8096-07a0f935d9b1" providerId="ADAL" clId="{374963E2-BE2A-4C22-AC13-9EDDF41C6B4E}" dt="2026-04-19T14:06:51.045" v="8724"/>
          <ac:spMkLst>
            <pc:docMk/>
            <pc:sldMk cId="3572410904" sldId="375"/>
            <ac:spMk id="5" creationId="{AB0C21BB-0321-77A0-A645-42DA43CCE7F7}"/>
          </ac:spMkLst>
        </pc:spChg>
        <pc:picChg chg="add mod modCrop">
          <ac:chgData name="Nina Billows" userId="0451e220-fd8e-4337-8096-07a0f935d9b1" providerId="ADAL" clId="{374963E2-BE2A-4C22-AC13-9EDDF41C6B4E}" dt="2026-04-19T14:07:13.924" v="8731" actId="1076"/>
          <ac:picMkLst>
            <pc:docMk/>
            <pc:sldMk cId="3572410904" sldId="375"/>
            <ac:picMk id="7" creationId="{2FE6E04D-42C8-CDFF-3E58-50D040624DC7}"/>
          </ac:picMkLst>
        </pc:picChg>
        <pc:picChg chg="add del mod">
          <ac:chgData name="Nina Billows" userId="0451e220-fd8e-4337-8096-07a0f935d9b1" providerId="ADAL" clId="{374963E2-BE2A-4C22-AC13-9EDDF41C6B4E}" dt="2026-04-19T14:01:42.618" v="8717" actId="478"/>
          <ac:picMkLst>
            <pc:docMk/>
            <pc:sldMk cId="3572410904" sldId="375"/>
            <ac:picMk id="2050" creationId="{B42E82A0-FEDF-E2C5-BE81-F0FABAE45B7A}"/>
          </ac:picMkLst>
        </pc:picChg>
      </pc:sldChg>
      <pc:sldChg chg="modSp add mod ord setBg">
        <pc:chgData name="Nina Billows" userId="0451e220-fd8e-4337-8096-07a0f935d9b1" providerId="ADAL" clId="{374963E2-BE2A-4C22-AC13-9EDDF41C6B4E}" dt="2026-04-19T14:14:49.164" v="8968" actId="20577"/>
        <pc:sldMkLst>
          <pc:docMk/>
          <pc:sldMk cId="492972289" sldId="376"/>
        </pc:sldMkLst>
        <pc:spChg chg="mod">
          <ac:chgData name="Nina Billows" userId="0451e220-fd8e-4337-8096-07a0f935d9b1" providerId="ADAL" clId="{374963E2-BE2A-4C22-AC13-9EDDF41C6B4E}" dt="2026-04-19T14:14:49.164" v="8968" actId="20577"/>
          <ac:spMkLst>
            <pc:docMk/>
            <pc:sldMk cId="492972289" sldId="376"/>
            <ac:spMk id="3" creationId="{885F22BC-DFDC-719A-E701-D8DA38DE58E6}"/>
          </ac:spMkLst>
        </pc:spChg>
      </pc:sldChg>
      <pc:sldChg chg="addSp delSp modSp add mod">
        <pc:chgData name="Nina Billows" userId="0451e220-fd8e-4337-8096-07a0f935d9b1" providerId="ADAL" clId="{374963E2-BE2A-4C22-AC13-9EDDF41C6B4E}" dt="2026-04-19T14:35:10.191" v="9244" actId="1076"/>
        <pc:sldMkLst>
          <pc:docMk/>
          <pc:sldMk cId="1285245547" sldId="377"/>
        </pc:sldMkLst>
        <pc:spChg chg="mod">
          <ac:chgData name="Nina Billows" userId="0451e220-fd8e-4337-8096-07a0f935d9b1" providerId="ADAL" clId="{374963E2-BE2A-4C22-AC13-9EDDF41C6B4E}" dt="2026-04-19T14:16:19.980" v="9005" actId="20577"/>
          <ac:spMkLst>
            <pc:docMk/>
            <pc:sldMk cId="1285245547" sldId="377"/>
            <ac:spMk id="2" creationId="{382F403D-A385-38E6-8C76-DEE26EDB1157}"/>
          </ac:spMkLst>
        </pc:spChg>
        <pc:spChg chg="add del mod">
          <ac:chgData name="Nina Billows" userId="0451e220-fd8e-4337-8096-07a0f935d9b1" providerId="ADAL" clId="{374963E2-BE2A-4C22-AC13-9EDDF41C6B4E}" dt="2026-04-19T14:16:24.785" v="9007" actId="478"/>
          <ac:spMkLst>
            <pc:docMk/>
            <pc:sldMk cId="1285245547" sldId="377"/>
            <ac:spMk id="5" creationId="{BB8B4CD4-D2C4-2552-87FB-DE09AE3566B3}"/>
          </ac:spMkLst>
        </pc:spChg>
        <pc:spChg chg="add">
          <ac:chgData name="Nina Billows" userId="0451e220-fd8e-4337-8096-07a0f935d9b1" providerId="ADAL" clId="{374963E2-BE2A-4C22-AC13-9EDDF41C6B4E}" dt="2026-04-19T14:16:25.306" v="9008"/>
          <ac:spMkLst>
            <pc:docMk/>
            <pc:sldMk cId="1285245547" sldId="377"/>
            <ac:spMk id="6" creationId="{093E93B7-23DD-5315-0FF2-BD170EB461F7}"/>
          </ac:spMkLst>
        </pc:spChg>
        <pc:spChg chg="add mod">
          <ac:chgData name="Nina Billows" userId="0451e220-fd8e-4337-8096-07a0f935d9b1" providerId="ADAL" clId="{374963E2-BE2A-4C22-AC13-9EDDF41C6B4E}" dt="2026-04-19T14:35:04.632" v="9242" actId="14100"/>
          <ac:spMkLst>
            <pc:docMk/>
            <pc:sldMk cId="1285245547" sldId="377"/>
            <ac:spMk id="8" creationId="{9D6D398A-4BE1-1BEB-1F64-99CB287013BA}"/>
          </ac:spMkLst>
        </pc:spChg>
        <pc:spChg chg="add del mod">
          <ac:chgData name="Nina Billows" userId="0451e220-fd8e-4337-8096-07a0f935d9b1" providerId="ADAL" clId="{374963E2-BE2A-4C22-AC13-9EDDF41C6B4E}" dt="2026-04-19T14:33:49.257" v="9209" actId="478"/>
          <ac:spMkLst>
            <pc:docMk/>
            <pc:sldMk cId="1285245547" sldId="377"/>
            <ac:spMk id="11" creationId="{E3E08576-5BD7-C73C-7E3C-DD5D4498EFC6}"/>
          </ac:spMkLst>
        </pc:spChg>
        <pc:spChg chg="add">
          <ac:chgData name="Nina Billows" userId="0451e220-fd8e-4337-8096-07a0f935d9b1" providerId="ADAL" clId="{374963E2-BE2A-4C22-AC13-9EDDF41C6B4E}" dt="2026-04-19T14:32:03.191" v="9208"/>
          <ac:spMkLst>
            <pc:docMk/>
            <pc:sldMk cId="1285245547" sldId="377"/>
            <ac:spMk id="12" creationId="{A1F2F616-A59E-4EC7-4077-B16E924F0902}"/>
          </ac:spMkLst>
        </pc:spChg>
        <pc:graphicFrameChg chg="del">
          <ac:chgData name="Nina Billows" userId="0451e220-fd8e-4337-8096-07a0f935d9b1" providerId="ADAL" clId="{374963E2-BE2A-4C22-AC13-9EDDF41C6B4E}" dt="2026-04-19T14:16:22.763" v="9006" actId="478"/>
          <ac:graphicFrameMkLst>
            <pc:docMk/>
            <pc:sldMk cId="1285245547" sldId="377"/>
            <ac:graphicFrameMk id="4" creationId="{D7A20F47-250D-4961-8E8F-F8FC092A7EAD}"/>
          </ac:graphicFrameMkLst>
        </pc:graphicFrameChg>
        <pc:graphicFrameChg chg="add del modGraphic">
          <ac:chgData name="Nina Billows" userId="0451e220-fd8e-4337-8096-07a0f935d9b1" providerId="ADAL" clId="{374963E2-BE2A-4C22-AC13-9EDDF41C6B4E}" dt="2026-04-19T14:25:40.865" v="9196" actId="478"/>
          <ac:graphicFrameMkLst>
            <pc:docMk/>
            <pc:sldMk cId="1285245547" sldId="377"/>
            <ac:graphicFrameMk id="9" creationId="{400F719A-F431-F16F-0700-557CA785707A}"/>
          </ac:graphicFrameMkLst>
        </pc:graphicFrameChg>
        <pc:picChg chg="add mod">
          <ac:chgData name="Nina Billows" userId="0451e220-fd8e-4337-8096-07a0f935d9b1" providerId="ADAL" clId="{374963E2-BE2A-4C22-AC13-9EDDF41C6B4E}" dt="2026-04-19T14:31:07.106" v="9204" actId="1076"/>
          <ac:picMkLst>
            <pc:docMk/>
            <pc:sldMk cId="1285245547" sldId="377"/>
            <ac:picMk id="10" creationId="{516FBC98-8BA4-CFEA-0EC8-5FDA586F757D}"/>
          </ac:picMkLst>
        </pc:picChg>
        <pc:picChg chg="add mod modCrop">
          <ac:chgData name="Nina Billows" userId="0451e220-fd8e-4337-8096-07a0f935d9b1" providerId="ADAL" clId="{374963E2-BE2A-4C22-AC13-9EDDF41C6B4E}" dt="2026-04-19T14:35:10.191" v="9244" actId="1076"/>
          <ac:picMkLst>
            <pc:docMk/>
            <pc:sldMk cId="1285245547" sldId="377"/>
            <ac:picMk id="14" creationId="{B487C7B8-5C99-2089-77A6-1A270B254729}"/>
          </ac:picMkLst>
        </pc:picChg>
      </pc:sldChg>
      <pc:sldChg chg="addSp delSp modSp new mod">
        <pc:chgData name="Nina Billows" userId="0451e220-fd8e-4337-8096-07a0f935d9b1" providerId="ADAL" clId="{374963E2-BE2A-4C22-AC13-9EDDF41C6B4E}" dt="2026-04-19T14:44:43.856" v="9374" actId="1076"/>
        <pc:sldMkLst>
          <pc:docMk/>
          <pc:sldMk cId="1120436831" sldId="378"/>
        </pc:sldMkLst>
        <pc:spChg chg="mod">
          <ac:chgData name="Nina Billows" userId="0451e220-fd8e-4337-8096-07a0f935d9b1" providerId="ADAL" clId="{374963E2-BE2A-4C22-AC13-9EDDF41C6B4E}" dt="2026-04-19T14:43:01.992" v="9356" actId="20577"/>
          <ac:spMkLst>
            <pc:docMk/>
            <pc:sldMk cId="1120436831" sldId="378"/>
            <ac:spMk id="2" creationId="{CC3E5C6D-2CE9-2950-D356-BE147446EE6D}"/>
          </ac:spMkLst>
        </pc:spChg>
        <pc:spChg chg="add del mod">
          <ac:chgData name="Nina Billows" userId="0451e220-fd8e-4337-8096-07a0f935d9b1" providerId="ADAL" clId="{374963E2-BE2A-4C22-AC13-9EDDF41C6B4E}" dt="2026-04-19T14:43:43.573" v="9363" actId="14100"/>
          <ac:spMkLst>
            <pc:docMk/>
            <pc:sldMk cId="1120436831" sldId="378"/>
            <ac:spMk id="3" creationId="{DA6091B5-A6F8-3E7F-1790-B523A7180E85}"/>
          </ac:spMkLst>
        </pc:spChg>
        <pc:spChg chg="add mod">
          <ac:chgData name="Nina Billows" userId="0451e220-fd8e-4337-8096-07a0f935d9b1" providerId="ADAL" clId="{374963E2-BE2A-4C22-AC13-9EDDF41C6B4E}" dt="2026-04-19T14:43:31.417" v="9358"/>
          <ac:spMkLst>
            <pc:docMk/>
            <pc:sldMk cId="1120436831" sldId="378"/>
            <ac:spMk id="4" creationId="{132E8577-C92D-CA9F-09AD-7E8837B54DC2}"/>
          </ac:spMkLst>
        </pc:spChg>
        <pc:picChg chg="add mod">
          <ac:chgData name="Nina Billows" userId="0451e220-fd8e-4337-8096-07a0f935d9b1" providerId="ADAL" clId="{374963E2-BE2A-4C22-AC13-9EDDF41C6B4E}" dt="2026-04-19T14:44:05.054" v="9367" actId="1076"/>
          <ac:picMkLst>
            <pc:docMk/>
            <pc:sldMk cId="1120436831" sldId="378"/>
            <ac:picMk id="5123" creationId="{97F000E8-46AA-7B17-90A2-2878572AC67E}"/>
          </ac:picMkLst>
        </pc:picChg>
        <pc:picChg chg="add mod">
          <ac:chgData name="Nina Billows" userId="0451e220-fd8e-4337-8096-07a0f935d9b1" providerId="ADAL" clId="{374963E2-BE2A-4C22-AC13-9EDDF41C6B4E}" dt="2026-04-19T14:44:20.589" v="9369" actId="1076"/>
          <ac:picMkLst>
            <pc:docMk/>
            <pc:sldMk cId="1120436831" sldId="378"/>
            <ac:picMk id="5125" creationId="{AF1A7EEB-688D-10D6-D60B-5CC7111D76DE}"/>
          </ac:picMkLst>
        </pc:picChg>
        <pc:picChg chg="add mod">
          <ac:chgData name="Nina Billows" userId="0451e220-fd8e-4337-8096-07a0f935d9b1" providerId="ADAL" clId="{374963E2-BE2A-4C22-AC13-9EDDF41C6B4E}" dt="2026-04-19T14:44:43.856" v="9374" actId="1076"/>
          <ac:picMkLst>
            <pc:docMk/>
            <pc:sldMk cId="1120436831" sldId="378"/>
            <ac:picMk id="5127" creationId="{D9FABD7E-E85F-7738-4452-C8BBF62055F3}"/>
          </ac:picMkLst>
        </pc:picChg>
      </pc:sldChg>
      <pc:sldChg chg="new del">
        <pc:chgData name="Nina Billows" userId="0451e220-fd8e-4337-8096-07a0f935d9b1" providerId="ADAL" clId="{374963E2-BE2A-4C22-AC13-9EDDF41C6B4E}" dt="2026-04-19T14:35:36.737" v="9246" actId="47"/>
        <pc:sldMkLst>
          <pc:docMk/>
          <pc:sldMk cId="3781693331" sldId="378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390725-5DA5-4B9B-81D0-C4FD4D73DFCF}" type="doc">
      <dgm:prSet loTypeId="urn:microsoft.com/office/officeart/2005/8/layout/vList3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35E7C554-2943-4994-A44B-80FF0F7C4801}">
      <dgm:prSet/>
      <dgm:spPr/>
      <dgm:t>
        <a:bodyPr/>
        <a:lstStyle/>
        <a:p>
          <a:r>
            <a:rPr lang="en-US" b="1" i="0" baseline="0" dirty="0"/>
            <a:t>Aims (linking to phenotype): </a:t>
          </a:r>
          <a:endParaRPr lang="en-GB" b="1" dirty="0"/>
        </a:p>
      </dgm:t>
    </dgm:pt>
    <dgm:pt modelId="{9B75F8D7-DFD8-4454-A231-B9D7E472D963}" type="parTrans" cxnId="{B3BA611B-CBF8-4FDE-866F-9366071AA6C9}">
      <dgm:prSet/>
      <dgm:spPr/>
      <dgm:t>
        <a:bodyPr/>
        <a:lstStyle/>
        <a:p>
          <a:endParaRPr lang="en-GB"/>
        </a:p>
      </dgm:t>
    </dgm:pt>
    <dgm:pt modelId="{1638A8F0-875A-4AFE-BE79-631A3589AE05}" type="sibTrans" cxnId="{B3BA611B-CBF8-4FDE-866F-9366071AA6C9}">
      <dgm:prSet/>
      <dgm:spPr/>
      <dgm:t>
        <a:bodyPr/>
        <a:lstStyle/>
        <a:p>
          <a:endParaRPr lang="en-GB"/>
        </a:p>
      </dgm:t>
    </dgm:pt>
    <dgm:pt modelId="{ECE43B49-3DEA-47DD-83EB-A1263025B489}">
      <dgm:prSet/>
      <dgm:spPr/>
      <dgm:t>
        <a:bodyPr/>
        <a:lstStyle/>
        <a:p>
          <a:r>
            <a:rPr lang="en-US"/>
            <a:t>Connecting molecular variation across omics layers to observable traits like disease, development, or drug response.</a:t>
          </a:r>
          <a:endParaRPr lang="en-GB"/>
        </a:p>
      </dgm:t>
    </dgm:pt>
    <dgm:pt modelId="{503DEE2F-42C2-4070-A6C0-EF8A0684A01D}" type="parTrans" cxnId="{CB5F3DCC-EA0E-465B-926B-92C8DF1CD5B0}">
      <dgm:prSet/>
      <dgm:spPr/>
      <dgm:t>
        <a:bodyPr/>
        <a:lstStyle/>
        <a:p>
          <a:endParaRPr lang="en-GB"/>
        </a:p>
      </dgm:t>
    </dgm:pt>
    <dgm:pt modelId="{D743AAFC-729B-44A2-A2FE-B6783090E1AF}" type="sibTrans" cxnId="{CB5F3DCC-EA0E-465B-926B-92C8DF1CD5B0}">
      <dgm:prSet/>
      <dgm:spPr/>
      <dgm:t>
        <a:bodyPr/>
        <a:lstStyle/>
        <a:p>
          <a:endParaRPr lang="en-GB"/>
        </a:p>
      </dgm:t>
    </dgm:pt>
    <dgm:pt modelId="{6548BC57-DAB6-48F3-AD5E-55A97E11CB0E}">
      <dgm:prSet/>
      <dgm:spPr/>
      <dgm:t>
        <a:bodyPr/>
        <a:lstStyle/>
        <a:p>
          <a:r>
            <a:rPr lang="en-US" b="1" i="0" baseline="0" dirty="0"/>
            <a:t>Analysis (mapping, variant calling, assembly, etc.): </a:t>
          </a:r>
          <a:endParaRPr lang="en-GB" b="1" dirty="0"/>
        </a:p>
      </dgm:t>
    </dgm:pt>
    <dgm:pt modelId="{CB4FC40D-AF96-4686-8743-ECE7DCC75E40}" type="parTrans" cxnId="{363F0E7B-B7C6-4FF8-8D8A-57F857B0BAF3}">
      <dgm:prSet/>
      <dgm:spPr/>
      <dgm:t>
        <a:bodyPr/>
        <a:lstStyle/>
        <a:p>
          <a:endParaRPr lang="en-GB"/>
        </a:p>
      </dgm:t>
    </dgm:pt>
    <dgm:pt modelId="{0A3CBC2F-0711-4450-A616-8118FB44645E}" type="sibTrans" cxnId="{363F0E7B-B7C6-4FF8-8D8A-57F857B0BAF3}">
      <dgm:prSet/>
      <dgm:spPr/>
      <dgm:t>
        <a:bodyPr/>
        <a:lstStyle/>
        <a:p>
          <a:endParaRPr lang="en-GB"/>
        </a:p>
      </dgm:t>
    </dgm:pt>
    <dgm:pt modelId="{A0745294-A091-442A-B0DF-10E2E02CB1CF}">
      <dgm:prSet/>
      <dgm:spPr/>
      <dgm:t>
        <a:bodyPr/>
        <a:lstStyle/>
        <a:p>
          <a:r>
            <a:rPr lang="en-US"/>
            <a:t>Core shared steps including aligning data to references, identifying biological signals (e.g., variants or expression changes), and reconstructing sequences or molecular profiles when needed.</a:t>
          </a:r>
          <a:endParaRPr lang="en-GB"/>
        </a:p>
      </dgm:t>
    </dgm:pt>
    <dgm:pt modelId="{1F12B4BC-B589-454F-91DE-BBBF1BCCC71D}" type="parTrans" cxnId="{DC125081-8310-4AE5-9D8B-347182966CA8}">
      <dgm:prSet/>
      <dgm:spPr/>
      <dgm:t>
        <a:bodyPr/>
        <a:lstStyle/>
        <a:p>
          <a:endParaRPr lang="en-GB"/>
        </a:p>
      </dgm:t>
    </dgm:pt>
    <dgm:pt modelId="{99F5A719-0596-4115-BE54-82FFBEE715E8}" type="sibTrans" cxnId="{DC125081-8310-4AE5-9D8B-347182966CA8}">
      <dgm:prSet/>
      <dgm:spPr/>
      <dgm:t>
        <a:bodyPr/>
        <a:lstStyle/>
        <a:p>
          <a:endParaRPr lang="en-GB"/>
        </a:p>
      </dgm:t>
    </dgm:pt>
    <dgm:pt modelId="{86E3004B-0083-48CE-A549-4C9F3815087A}">
      <dgm:prSet/>
      <dgm:spPr/>
      <dgm:t>
        <a:bodyPr/>
        <a:lstStyle/>
        <a:p>
          <a:r>
            <a:rPr lang="en-US" b="1" i="0" baseline="0" dirty="0"/>
            <a:t>Challenges (data complexity and integration): </a:t>
          </a:r>
          <a:endParaRPr lang="en-GB" b="1" dirty="0"/>
        </a:p>
      </dgm:t>
    </dgm:pt>
    <dgm:pt modelId="{2B3C6237-7D93-4CC1-8C84-413A9B5787DE}" type="parTrans" cxnId="{798132B2-55E4-4DA7-B74C-4341BF30D83F}">
      <dgm:prSet/>
      <dgm:spPr/>
      <dgm:t>
        <a:bodyPr/>
        <a:lstStyle/>
        <a:p>
          <a:endParaRPr lang="en-GB"/>
        </a:p>
      </dgm:t>
    </dgm:pt>
    <dgm:pt modelId="{2296E1E7-7DAE-4EAD-B644-93443995CA6B}" type="sibTrans" cxnId="{798132B2-55E4-4DA7-B74C-4341BF30D83F}">
      <dgm:prSet/>
      <dgm:spPr/>
      <dgm:t>
        <a:bodyPr/>
        <a:lstStyle/>
        <a:p>
          <a:endParaRPr lang="en-GB"/>
        </a:p>
      </dgm:t>
    </dgm:pt>
    <dgm:pt modelId="{E6360D3A-1C57-466F-A13D-A114B2EF938D}">
      <dgm:prSet/>
      <dgm:spPr/>
      <dgm:t>
        <a:bodyPr/>
        <a:lstStyle/>
        <a:p>
          <a:r>
            <a:rPr lang="en-US" dirty="0"/>
            <a:t>Handling noisy, high-dimensional data, correcting technical biases, and integrating different omics layers into a single coherent biological interpretation.</a:t>
          </a:r>
          <a:endParaRPr lang="en-GB" dirty="0"/>
        </a:p>
      </dgm:t>
    </dgm:pt>
    <dgm:pt modelId="{18B3801C-BC9B-40CE-A037-02BB1734A1C2}" type="parTrans" cxnId="{0288506E-DC6A-469E-9564-6D0B9EB0A904}">
      <dgm:prSet/>
      <dgm:spPr/>
      <dgm:t>
        <a:bodyPr/>
        <a:lstStyle/>
        <a:p>
          <a:endParaRPr lang="en-GB"/>
        </a:p>
      </dgm:t>
    </dgm:pt>
    <dgm:pt modelId="{4AF14FA6-7EAA-48FC-B830-568CBD46DBF3}" type="sibTrans" cxnId="{0288506E-DC6A-469E-9564-6D0B9EB0A904}">
      <dgm:prSet/>
      <dgm:spPr/>
      <dgm:t>
        <a:bodyPr/>
        <a:lstStyle/>
        <a:p>
          <a:endParaRPr lang="en-GB"/>
        </a:p>
      </dgm:t>
    </dgm:pt>
    <dgm:pt modelId="{03BF924B-4113-4463-BEAD-D4DD9DF6FE49}">
      <dgm:prSet/>
      <dgm:spPr/>
      <dgm:t>
        <a:bodyPr/>
        <a:lstStyle/>
        <a:p>
          <a:r>
            <a:rPr lang="en-US" dirty="0"/>
            <a:t>Low coverage!</a:t>
          </a:r>
          <a:endParaRPr lang="en-GB" dirty="0"/>
        </a:p>
      </dgm:t>
    </dgm:pt>
    <dgm:pt modelId="{5E0DCEE5-39D0-49AA-9D16-3E97DEA77B9B}" type="parTrans" cxnId="{53F9A802-99B4-4109-98BF-341DBC32F017}">
      <dgm:prSet/>
      <dgm:spPr/>
      <dgm:t>
        <a:bodyPr/>
        <a:lstStyle/>
        <a:p>
          <a:endParaRPr lang="en-GB"/>
        </a:p>
      </dgm:t>
    </dgm:pt>
    <dgm:pt modelId="{CA306FB7-186A-4A06-B44E-D7D886F22C02}" type="sibTrans" cxnId="{53F9A802-99B4-4109-98BF-341DBC32F017}">
      <dgm:prSet/>
      <dgm:spPr/>
      <dgm:t>
        <a:bodyPr/>
        <a:lstStyle/>
        <a:p>
          <a:endParaRPr lang="en-GB"/>
        </a:p>
      </dgm:t>
    </dgm:pt>
    <dgm:pt modelId="{A688FAC9-65B3-4B3D-829B-0DD891E25C55}" type="pres">
      <dgm:prSet presAssocID="{3D390725-5DA5-4B9B-81D0-C4FD4D73DFCF}" presName="linearFlow" presStyleCnt="0">
        <dgm:presLayoutVars>
          <dgm:dir/>
          <dgm:resizeHandles val="exact"/>
        </dgm:presLayoutVars>
      </dgm:prSet>
      <dgm:spPr/>
    </dgm:pt>
    <dgm:pt modelId="{3F8AF4E5-1AD7-4970-91BE-EF82FD877D40}" type="pres">
      <dgm:prSet presAssocID="{35E7C554-2943-4994-A44B-80FF0F7C4801}" presName="composite" presStyleCnt="0"/>
      <dgm:spPr/>
    </dgm:pt>
    <dgm:pt modelId="{76255A02-AFDF-4CEE-976B-E21DA80E6019}" type="pres">
      <dgm:prSet presAssocID="{35E7C554-2943-4994-A44B-80FF0F7C4801}" presName="imgShp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 with solid fill"/>
        </a:ext>
      </dgm:extLst>
    </dgm:pt>
    <dgm:pt modelId="{65C75ADF-0799-4756-97C7-1416F2163CEC}" type="pres">
      <dgm:prSet presAssocID="{35E7C554-2943-4994-A44B-80FF0F7C4801}" presName="txShp" presStyleLbl="node1" presStyleIdx="0" presStyleCnt="3">
        <dgm:presLayoutVars>
          <dgm:bulletEnabled val="1"/>
        </dgm:presLayoutVars>
      </dgm:prSet>
      <dgm:spPr/>
    </dgm:pt>
    <dgm:pt modelId="{EFCCA955-D3F4-48B7-9F5A-761FD978EEB4}" type="pres">
      <dgm:prSet presAssocID="{1638A8F0-875A-4AFE-BE79-631A3589AE05}" presName="spacing" presStyleCnt="0"/>
      <dgm:spPr/>
    </dgm:pt>
    <dgm:pt modelId="{70C0FFED-CFF2-476A-89FF-BE6073F6BA79}" type="pres">
      <dgm:prSet presAssocID="{6548BC57-DAB6-48F3-AD5E-55A97E11CB0E}" presName="composite" presStyleCnt="0"/>
      <dgm:spPr/>
    </dgm:pt>
    <dgm:pt modelId="{84B5758B-5B92-4859-B600-25CF80679756}" type="pres">
      <dgm:prSet presAssocID="{6548BC57-DAB6-48F3-AD5E-55A97E11CB0E}" presName="imgShp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322BC524-2C9C-41EA-BB41-A6F0F2E30EAA}" type="pres">
      <dgm:prSet presAssocID="{6548BC57-DAB6-48F3-AD5E-55A97E11CB0E}" presName="txShp" presStyleLbl="node1" presStyleIdx="1" presStyleCnt="3">
        <dgm:presLayoutVars>
          <dgm:bulletEnabled val="1"/>
        </dgm:presLayoutVars>
      </dgm:prSet>
      <dgm:spPr/>
    </dgm:pt>
    <dgm:pt modelId="{3445F0EE-3983-46D9-8E2D-25169F3A1C6A}" type="pres">
      <dgm:prSet presAssocID="{0A3CBC2F-0711-4450-A616-8118FB44645E}" presName="spacing" presStyleCnt="0"/>
      <dgm:spPr/>
    </dgm:pt>
    <dgm:pt modelId="{BC053DB6-CB37-4F46-A549-879347F51179}" type="pres">
      <dgm:prSet presAssocID="{86E3004B-0083-48CE-A549-4C9F3815087A}" presName="composite" presStyleCnt="0"/>
      <dgm:spPr/>
    </dgm:pt>
    <dgm:pt modelId="{6C497405-3E9C-4755-8130-CD4373342103}" type="pres">
      <dgm:prSet presAssocID="{86E3004B-0083-48CE-A549-4C9F3815087A}" presName="imgShp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 with solid fill"/>
        </a:ext>
      </dgm:extLst>
    </dgm:pt>
    <dgm:pt modelId="{B0954860-B334-4981-9EB0-BDD3C6E00E03}" type="pres">
      <dgm:prSet presAssocID="{86E3004B-0083-48CE-A549-4C9F3815087A}" presName="txShp" presStyleLbl="node1" presStyleIdx="2" presStyleCnt="3">
        <dgm:presLayoutVars>
          <dgm:bulletEnabled val="1"/>
        </dgm:presLayoutVars>
      </dgm:prSet>
      <dgm:spPr/>
    </dgm:pt>
  </dgm:ptLst>
  <dgm:cxnLst>
    <dgm:cxn modelId="{53F9A802-99B4-4109-98BF-341DBC32F017}" srcId="{86E3004B-0083-48CE-A549-4C9F3815087A}" destId="{03BF924B-4113-4463-BEAD-D4DD9DF6FE49}" srcOrd="1" destOrd="0" parTransId="{5E0DCEE5-39D0-49AA-9D16-3E97DEA77B9B}" sibTransId="{CA306FB7-186A-4A06-B44E-D7D886F22C02}"/>
    <dgm:cxn modelId="{B3BA611B-CBF8-4FDE-866F-9366071AA6C9}" srcId="{3D390725-5DA5-4B9B-81D0-C4FD4D73DFCF}" destId="{35E7C554-2943-4994-A44B-80FF0F7C4801}" srcOrd="0" destOrd="0" parTransId="{9B75F8D7-DFD8-4454-A231-B9D7E472D963}" sibTransId="{1638A8F0-875A-4AFE-BE79-631A3589AE05}"/>
    <dgm:cxn modelId="{11377938-D725-42E5-A2FD-145EA4F719CE}" type="presOf" srcId="{A0745294-A091-442A-B0DF-10E2E02CB1CF}" destId="{322BC524-2C9C-41EA-BB41-A6F0F2E30EAA}" srcOrd="0" destOrd="1" presId="urn:microsoft.com/office/officeart/2005/8/layout/vList3"/>
    <dgm:cxn modelId="{6E710546-8201-447C-9B3B-1075D961D810}" type="presOf" srcId="{ECE43B49-3DEA-47DD-83EB-A1263025B489}" destId="{65C75ADF-0799-4756-97C7-1416F2163CEC}" srcOrd="0" destOrd="1" presId="urn:microsoft.com/office/officeart/2005/8/layout/vList3"/>
    <dgm:cxn modelId="{0288506E-DC6A-469E-9564-6D0B9EB0A904}" srcId="{86E3004B-0083-48CE-A549-4C9F3815087A}" destId="{E6360D3A-1C57-466F-A13D-A114B2EF938D}" srcOrd="0" destOrd="0" parTransId="{18B3801C-BC9B-40CE-A037-02BB1734A1C2}" sibTransId="{4AF14FA6-7EAA-48FC-B830-568CBD46DBF3}"/>
    <dgm:cxn modelId="{363F0E7B-B7C6-4FF8-8D8A-57F857B0BAF3}" srcId="{3D390725-5DA5-4B9B-81D0-C4FD4D73DFCF}" destId="{6548BC57-DAB6-48F3-AD5E-55A97E11CB0E}" srcOrd="1" destOrd="0" parTransId="{CB4FC40D-AF96-4686-8743-ECE7DCC75E40}" sibTransId="{0A3CBC2F-0711-4450-A616-8118FB44645E}"/>
    <dgm:cxn modelId="{DC125081-8310-4AE5-9D8B-347182966CA8}" srcId="{6548BC57-DAB6-48F3-AD5E-55A97E11CB0E}" destId="{A0745294-A091-442A-B0DF-10E2E02CB1CF}" srcOrd="0" destOrd="0" parTransId="{1F12B4BC-B589-454F-91DE-BBBF1BCCC71D}" sibTransId="{99F5A719-0596-4115-BE54-82FFBEE715E8}"/>
    <dgm:cxn modelId="{95868E86-3E45-49C3-BA29-897AC1DA39BB}" type="presOf" srcId="{86E3004B-0083-48CE-A549-4C9F3815087A}" destId="{B0954860-B334-4981-9EB0-BDD3C6E00E03}" srcOrd="0" destOrd="0" presId="urn:microsoft.com/office/officeart/2005/8/layout/vList3"/>
    <dgm:cxn modelId="{798132B2-55E4-4DA7-B74C-4341BF30D83F}" srcId="{3D390725-5DA5-4B9B-81D0-C4FD4D73DFCF}" destId="{86E3004B-0083-48CE-A549-4C9F3815087A}" srcOrd="2" destOrd="0" parTransId="{2B3C6237-7D93-4CC1-8C84-413A9B5787DE}" sibTransId="{2296E1E7-7DAE-4EAD-B644-93443995CA6B}"/>
    <dgm:cxn modelId="{45755CC4-116F-428B-8737-8387BEA963E7}" type="presOf" srcId="{03BF924B-4113-4463-BEAD-D4DD9DF6FE49}" destId="{B0954860-B334-4981-9EB0-BDD3C6E00E03}" srcOrd="0" destOrd="2" presId="urn:microsoft.com/office/officeart/2005/8/layout/vList3"/>
    <dgm:cxn modelId="{CB5F3DCC-EA0E-465B-926B-92C8DF1CD5B0}" srcId="{35E7C554-2943-4994-A44B-80FF0F7C4801}" destId="{ECE43B49-3DEA-47DD-83EB-A1263025B489}" srcOrd="0" destOrd="0" parTransId="{503DEE2F-42C2-4070-A6C0-EF8A0684A01D}" sibTransId="{D743AAFC-729B-44A2-A2FE-B6783090E1AF}"/>
    <dgm:cxn modelId="{7D574FD2-2C89-411F-9E3B-34116E736BEA}" type="presOf" srcId="{6548BC57-DAB6-48F3-AD5E-55A97E11CB0E}" destId="{322BC524-2C9C-41EA-BB41-A6F0F2E30EAA}" srcOrd="0" destOrd="0" presId="urn:microsoft.com/office/officeart/2005/8/layout/vList3"/>
    <dgm:cxn modelId="{703F03D8-454F-4095-97CD-FE71E58B0C62}" type="presOf" srcId="{35E7C554-2943-4994-A44B-80FF0F7C4801}" destId="{65C75ADF-0799-4756-97C7-1416F2163CEC}" srcOrd="0" destOrd="0" presId="urn:microsoft.com/office/officeart/2005/8/layout/vList3"/>
    <dgm:cxn modelId="{F48436EA-703C-42F4-A128-A5C53B451604}" type="presOf" srcId="{E6360D3A-1C57-466F-A13D-A114B2EF938D}" destId="{B0954860-B334-4981-9EB0-BDD3C6E00E03}" srcOrd="0" destOrd="1" presId="urn:microsoft.com/office/officeart/2005/8/layout/vList3"/>
    <dgm:cxn modelId="{5165E3FF-12CF-44D4-B967-DBC1244D3A10}" type="presOf" srcId="{3D390725-5DA5-4B9B-81D0-C4FD4D73DFCF}" destId="{A688FAC9-65B3-4B3D-829B-0DD891E25C55}" srcOrd="0" destOrd="0" presId="urn:microsoft.com/office/officeart/2005/8/layout/vList3"/>
    <dgm:cxn modelId="{55C3C253-B281-49C9-A3BF-91B028FDDF20}" type="presParOf" srcId="{A688FAC9-65B3-4B3D-829B-0DD891E25C55}" destId="{3F8AF4E5-1AD7-4970-91BE-EF82FD877D40}" srcOrd="0" destOrd="0" presId="urn:microsoft.com/office/officeart/2005/8/layout/vList3"/>
    <dgm:cxn modelId="{D1DC99BA-03E7-489A-A1C7-B2266C690BBC}" type="presParOf" srcId="{3F8AF4E5-1AD7-4970-91BE-EF82FD877D40}" destId="{76255A02-AFDF-4CEE-976B-E21DA80E6019}" srcOrd="0" destOrd="0" presId="urn:microsoft.com/office/officeart/2005/8/layout/vList3"/>
    <dgm:cxn modelId="{098899F2-6084-45D6-BFDA-7D4689356D35}" type="presParOf" srcId="{3F8AF4E5-1AD7-4970-91BE-EF82FD877D40}" destId="{65C75ADF-0799-4756-97C7-1416F2163CEC}" srcOrd="1" destOrd="0" presId="urn:microsoft.com/office/officeart/2005/8/layout/vList3"/>
    <dgm:cxn modelId="{558AD18A-56E3-4803-B1A1-EFBB79936ED9}" type="presParOf" srcId="{A688FAC9-65B3-4B3D-829B-0DD891E25C55}" destId="{EFCCA955-D3F4-48B7-9F5A-761FD978EEB4}" srcOrd="1" destOrd="0" presId="urn:microsoft.com/office/officeart/2005/8/layout/vList3"/>
    <dgm:cxn modelId="{B5380ADC-699A-4BB0-8531-7377844B94FA}" type="presParOf" srcId="{A688FAC9-65B3-4B3D-829B-0DD891E25C55}" destId="{70C0FFED-CFF2-476A-89FF-BE6073F6BA79}" srcOrd="2" destOrd="0" presId="urn:microsoft.com/office/officeart/2005/8/layout/vList3"/>
    <dgm:cxn modelId="{D81019D9-6806-461C-96EB-5B73E8622093}" type="presParOf" srcId="{70C0FFED-CFF2-476A-89FF-BE6073F6BA79}" destId="{84B5758B-5B92-4859-B600-25CF80679756}" srcOrd="0" destOrd="0" presId="urn:microsoft.com/office/officeart/2005/8/layout/vList3"/>
    <dgm:cxn modelId="{EAE58513-F638-41FB-9FC9-37A2738458FB}" type="presParOf" srcId="{70C0FFED-CFF2-476A-89FF-BE6073F6BA79}" destId="{322BC524-2C9C-41EA-BB41-A6F0F2E30EAA}" srcOrd="1" destOrd="0" presId="urn:microsoft.com/office/officeart/2005/8/layout/vList3"/>
    <dgm:cxn modelId="{261B080A-215F-429B-8A8C-03D16706D9C0}" type="presParOf" srcId="{A688FAC9-65B3-4B3D-829B-0DD891E25C55}" destId="{3445F0EE-3983-46D9-8E2D-25169F3A1C6A}" srcOrd="3" destOrd="0" presId="urn:microsoft.com/office/officeart/2005/8/layout/vList3"/>
    <dgm:cxn modelId="{88A2B96E-C1DD-4A9D-8248-DC36B679D133}" type="presParOf" srcId="{A688FAC9-65B3-4B3D-829B-0DD891E25C55}" destId="{BC053DB6-CB37-4F46-A549-879347F51179}" srcOrd="4" destOrd="0" presId="urn:microsoft.com/office/officeart/2005/8/layout/vList3"/>
    <dgm:cxn modelId="{7D397EA5-33F6-49D8-A79C-DD0666523DFA}" type="presParOf" srcId="{BC053DB6-CB37-4F46-A549-879347F51179}" destId="{6C497405-3E9C-4755-8130-CD4373342103}" srcOrd="0" destOrd="0" presId="urn:microsoft.com/office/officeart/2005/8/layout/vList3"/>
    <dgm:cxn modelId="{F3F33388-7252-4940-9763-C52477C8F547}" type="presParOf" srcId="{BC053DB6-CB37-4F46-A549-879347F51179}" destId="{B0954860-B334-4981-9EB0-BDD3C6E00E0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75ADF-0799-4756-97C7-1416F2163CEC}">
      <dsp:nvSpPr>
        <dsp:cNvPr id="0" name=""/>
        <dsp:cNvSpPr/>
      </dsp:nvSpPr>
      <dsp:spPr>
        <a:xfrm rot="10800000">
          <a:off x="1718033" y="960"/>
          <a:ext cx="5490999" cy="1339850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0837" tIns="60960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Aims (linking to phenotype): </a:t>
          </a:r>
          <a:endParaRPr lang="en-GB" sz="16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Connecting molecular variation across omics layers to observable traits like disease, development, or drug response.</a:t>
          </a:r>
          <a:endParaRPr lang="en-GB" sz="1200" kern="1200"/>
        </a:p>
      </dsp:txBody>
      <dsp:txXfrm rot="10800000">
        <a:off x="2052995" y="960"/>
        <a:ext cx="5156037" cy="1339850"/>
      </dsp:txXfrm>
    </dsp:sp>
    <dsp:sp modelId="{76255A02-AFDF-4CEE-976B-E21DA80E6019}">
      <dsp:nvSpPr>
        <dsp:cNvPr id="0" name=""/>
        <dsp:cNvSpPr/>
      </dsp:nvSpPr>
      <dsp:spPr>
        <a:xfrm>
          <a:off x="1048108" y="960"/>
          <a:ext cx="1339850" cy="133985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22BC524-2C9C-41EA-BB41-A6F0F2E30EAA}">
      <dsp:nvSpPr>
        <dsp:cNvPr id="0" name=""/>
        <dsp:cNvSpPr/>
      </dsp:nvSpPr>
      <dsp:spPr>
        <a:xfrm rot="10800000">
          <a:off x="1718033" y="1740765"/>
          <a:ext cx="5490999" cy="1339850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0837" tIns="60960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Analysis (mapping, variant calling, assembly, etc.): </a:t>
          </a:r>
          <a:endParaRPr lang="en-GB" sz="16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Core shared steps including aligning data to references, identifying biological signals (e.g., variants or expression changes), and reconstructing sequences or molecular profiles when needed.</a:t>
          </a:r>
          <a:endParaRPr lang="en-GB" sz="1200" kern="1200"/>
        </a:p>
      </dsp:txBody>
      <dsp:txXfrm rot="10800000">
        <a:off x="2052995" y="1740765"/>
        <a:ext cx="5156037" cy="1339850"/>
      </dsp:txXfrm>
    </dsp:sp>
    <dsp:sp modelId="{84B5758B-5B92-4859-B600-25CF80679756}">
      <dsp:nvSpPr>
        <dsp:cNvPr id="0" name=""/>
        <dsp:cNvSpPr/>
      </dsp:nvSpPr>
      <dsp:spPr>
        <a:xfrm>
          <a:off x="1048108" y="1740765"/>
          <a:ext cx="1339850" cy="133985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0954860-B334-4981-9EB0-BDD3C6E00E03}">
      <dsp:nvSpPr>
        <dsp:cNvPr id="0" name=""/>
        <dsp:cNvSpPr/>
      </dsp:nvSpPr>
      <dsp:spPr>
        <a:xfrm rot="10800000">
          <a:off x="1718033" y="3480571"/>
          <a:ext cx="5490999" cy="133985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90837" tIns="60960" rIns="113792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/>
            <a:t>Challenges (data complexity and integration): </a:t>
          </a:r>
          <a:endParaRPr lang="en-GB" sz="1600" b="1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Handling noisy, high-dimensional data, correcting technical biases, and integrating different omics layers into a single coherent biological interpretation.</a:t>
          </a:r>
          <a:endParaRPr lang="en-GB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Low coverage!</a:t>
          </a:r>
          <a:endParaRPr lang="en-GB" sz="1200" kern="1200" dirty="0"/>
        </a:p>
      </dsp:txBody>
      <dsp:txXfrm rot="10800000">
        <a:off x="2052995" y="3480571"/>
        <a:ext cx="5156037" cy="1339850"/>
      </dsp:txXfrm>
    </dsp:sp>
    <dsp:sp modelId="{6C497405-3E9C-4755-8130-CD4373342103}">
      <dsp:nvSpPr>
        <dsp:cNvPr id="0" name=""/>
        <dsp:cNvSpPr/>
      </dsp:nvSpPr>
      <dsp:spPr>
        <a:xfrm>
          <a:off x="1048108" y="3480571"/>
          <a:ext cx="1339850" cy="133985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9B8F4-58FF-42FA-8638-A4B0B3080BAC}" type="datetimeFigureOut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test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C75A9-AA76-4212-B4F8-B8667CC8AD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5967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CE98-3B20-4F4A-9B9C-E43A6F42C30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test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7398D-A3C2-2D4A-BB3F-7B427B5B3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124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97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7DCE-CF91-E536-2BBC-0A4D43F6B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6E03D-852C-41EC-3FA4-974342289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FE6DA-BAAA-E2CB-F708-7B044528E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BC26D-E441-10FD-8B97-D8AAE3072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96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1289-3725-AA75-DE99-D02AC667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C9072D-4D88-EC5F-8739-04E22D538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E533C7-AACC-2F6A-64BE-3A434B18D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E549C-0AE9-A027-53A4-B00C42CAB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C7398D-A3C2-2D4A-BB3F-7B427B5B32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50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baseline="0">
                <a:latin typeface="Corbel" panose="020B0503020204020204" pitchFamily="34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baseline="0">
                <a:latin typeface="Corbel" panose="020B0503020204020204" pitchFamily="34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Slide_Dark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2000" baseline="0">
                <a:latin typeface="Corbel" panose="020B0503020204020204" pitchFamily="34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Corbel" panose="020B0503020204020204" pitchFamily="34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_Column_Slide_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2000" baseline="0">
                <a:latin typeface="Corbel" panose="020B0503020204020204" pitchFamily="34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>
                <a:latin typeface="Corbel" panose="020B0503020204020204" pitchFamily="34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800" baseline="0">
                <a:solidFill>
                  <a:schemeClr val="bg1"/>
                </a:solidFill>
                <a:latin typeface="Constantia" panose="02030602050306030303" pitchFamily="18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50" r:id="rId3"/>
    <p:sldLayoutId id="2147483663" r:id="rId4"/>
    <p:sldLayoutId id="2147483656" r:id="rId5"/>
    <p:sldLayoutId id="2147483665" r:id="rId6"/>
  </p:sldLayoutIdLst>
  <p:hf sldNum="0"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17BD78-C6DF-1C44-BB44-F77EB9C26177}"/>
              </a:ext>
            </a:extLst>
          </p:cNvPr>
          <p:cNvSpPr txBox="1"/>
          <p:nvPr/>
        </p:nvSpPr>
        <p:spPr>
          <a:xfrm>
            <a:off x="1294227" y="2504049"/>
            <a:ext cx="69635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Introduction- Infectious Disease ‘Omics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D247CC-E492-FA49-96C7-52C6153DE7D3}"/>
              </a:ext>
            </a:extLst>
          </p:cNvPr>
          <p:cNvSpPr txBox="1"/>
          <p:nvPr/>
        </p:nvSpPr>
        <p:spPr>
          <a:xfrm>
            <a:off x="5148775" y="5666935"/>
            <a:ext cx="353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Nina.Billows@lshtm.ac.uk</a:t>
            </a:r>
          </a:p>
        </p:txBody>
      </p:sp>
    </p:spTree>
    <p:extLst>
      <p:ext uri="{BB962C8B-B14F-4D97-AF65-F5344CB8AC3E}">
        <p14:creationId xmlns:p14="http://schemas.microsoft.com/office/powerpoint/2010/main" val="223427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644413-78A2-F0AD-AC0D-2F7B44B1E7D9}"/>
              </a:ext>
            </a:extLst>
          </p:cNvPr>
          <p:cNvSpPr txBox="1"/>
          <p:nvPr/>
        </p:nvSpPr>
        <p:spPr>
          <a:xfrm>
            <a:off x="457201" y="1491919"/>
            <a:ext cx="8316929" cy="4807281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285750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Hello and Welcome!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Introductions</a:t>
            </a:r>
          </a:p>
          <a:p>
            <a:pPr marL="285750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Background to ‘Omics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What is ‘Omics?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Development of sequencing throughout time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The Central Dogma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Overlapping Themes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Multi-</a:t>
            </a:r>
            <a:r>
              <a:rPr lang="en-US" sz="1700" dirty="0" err="1">
                <a:latin typeface="open sans" charset="0"/>
              </a:rPr>
              <a:t>Omic</a:t>
            </a:r>
            <a:r>
              <a:rPr lang="en-US" sz="1700" dirty="0">
                <a:latin typeface="open sans" charset="0"/>
              </a:rPr>
              <a:t> Integration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What will you cover this week?</a:t>
            </a:r>
          </a:p>
          <a:p>
            <a:pPr marL="285750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Day 1: 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b="1" dirty="0">
                <a:latin typeface="open sans" charset="0"/>
              </a:rPr>
              <a:t>Getting Set Up and An Introduction to Linux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Genomic Data (Afternoon)</a:t>
            </a:r>
          </a:p>
          <a:p>
            <a:pPr marL="1200150" lvl="2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Quality Control</a:t>
            </a:r>
          </a:p>
          <a:p>
            <a:pPr marL="1200150" lvl="2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Mapping</a:t>
            </a:r>
          </a:p>
          <a:p>
            <a:pPr marL="1200150" lvl="2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open sans" charset="0"/>
              </a:rPr>
              <a:t>Variant Detection</a:t>
            </a:r>
          </a:p>
          <a:p>
            <a:pPr marL="742950" lvl="1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700" dirty="0">
              <a:latin typeface="open sans" charset="0"/>
            </a:endParaRPr>
          </a:p>
          <a:p>
            <a:pPr marL="285750" indent="-285750" defTabSz="34299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sz="1700" dirty="0">
              <a:latin typeface="open sans" charset="0"/>
            </a:endParaRPr>
          </a:p>
          <a:p>
            <a:pPr defTabSz="342991">
              <a:spcBef>
                <a:spcPct val="20000"/>
              </a:spcBef>
            </a:pPr>
            <a:endParaRPr lang="en-US" sz="1700" dirty="0">
              <a:latin typeface="open sans" charset="0"/>
            </a:endParaRPr>
          </a:p>
        </p:txBody>
      </p:sp>
      <p:sp>
        <p:nvSpPr>
          <p:cNvPr id="1033" name="Title 1">
            <a:extLst>
              <a:ext uri="{FF2B5EF4-FFF2-40B4-BE49-F238E27FC236}">
                <a16:creationId xmlns:a16="http://schemas.microsoft.com/office/drawing/2014/main" id="{34AA9836-0110-8F4F-AD69-267621FF9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79132"/>
            <a:ext cx="6697132" cy="623236"/>
          </a:xfrm>
        </p:spPr>
        <p:txBody>
          <a:bodyPr>
            <a:normAutofit/>
          </a:bodyPr>
          <a:lstStyle/>
          <a:p>
            <a:r>
              <a:rPr lang="en-US" kern="1200" baseline="0">
                <a:latin typeface="Constantia" panose="02030602050306030303" pitchFamily="18" charset="0"/>
                <a:ea typeface="+mj-ea"/>
                <a:cs typeface="+mj-cs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11898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to ‘Omics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F0F015-3812-BBE9-A15C-8BBD01EC02FA}"/>
              </a:ext>
            </a:extLst>
          </p:cNvPr>
          <p:cNvSpPr txBox="1"/>
          <p:nvPr/>
        </p:nvSpPr>
        <p:spPr>
          <a:xfrm>
            <a:off x="329610" y="1329070"/>
            <a:ext cx="338586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DNA sequencing was possible, proteins and RNA had already been sequenced using early biochemical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importance of DNA increased after it was established as the genetic material, and a major breakthrough came in 1953 when its double helix structure was described.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understanding led to the development of DNA sequencing methods, beginning in the 1970s with Sanger sequencing.</a:t>
            </a:r>
            <a:endParaRPr lang="en-GB" dirty="0"/>
          </a:p>
        </p:txBody>
      </p:sp>
      <p:sp>
        <p:nvSpPr>
          <p:cNvPr id="4" name="AutoShape 2" descr="Generated image: Key milestones in sequencing history">
            <a:extLst>
              <a:ext uri="{FF2B5EF4-FFF2-40B4-BE49-F238E27FC236}">
                <a16:creationId xmlns:a16="http://schemas.microsoft.com/office/drawing/2014/main" id="{972E3045-A15F-54EE-1A08-B4CDA07F10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687A1E-4399-CB83-88D9-02F79511A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649" y="1881439"/>
            <a:ext cx="5099882" cy="339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6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09EC5-88F8-92C2-2B8A-33D5D6D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2A11-2C14-1B3A-61D4-6960BEA2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Sequencing Throughout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ED518A-87C4-F9B7-86A2-9AFE7A8B5751}"/>
              </a:ext>
            </a:extLst>
          </p:cNvPr>
          <p:cNvSpPr txBox="1"/>
          <p:nvPr/>
        </p:nvSpPr>
        <p:spPr>
          <a:xfrm>
            <a:off x="329610" y="1329070"/>
            <a:ext cx="83861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Sequencing technology has evolved mainly in terms of </a:t>
            </a:r>
            <a:r>
              <a:rPr lang="en-US" b="1" dirty="0"/>
              <a:t>read length, speed, and scale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1970s – Sanger sequencing (first-generation)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Reads DNA fragments of about </a:t>
            </a:r>
            <a:r>
              <a:rPr lang="en-US" b="1" dirty="0"/>
              <a:t>500–900 base pairs (~700 bp typical)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Very accurate but </a:t>
            </a:r>
            <a:r>
              <a:rPr lang="en-US" b="1" dirty="0"/>
              <a:t>low throughput</a:t>
            </a:r>
            <a:r>
              <a:rPr lang="en-US" dirty="0"/>
              <a:t> (one fragment at a time)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2000s – Next-generation sequencing (NGS)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Produces </a:t>
            </a:r>
            <a:r>
              <a:rPr lang="en-US" b="1" dirty="0"/>
              <a:t>short reads (~50–300 bp)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Extremely </a:t>
            </a:r>
            <a:r>
              <a:rPr lang="en-US" b="1" dirty="0"/>
              <a:t>high throughput</a:t>
            </a:r>
            <a:r>
              <a:rPr lang="en-US" dirty="0"/>
              <a:t> (millions–billions of fragments in parallel)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Much faster and cheaper per base than Sanger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2010s–present – Long-read sequencing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Reads </a:t>
            </a:r>
            <a:r>
              <a:rPr lang="en-US" b="1" dirty="0"/>
              <a:t>thousands to millions of base pairs in one stretch</a:t>
            </a:r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 nanopore and PacBio technologies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Better for assembling genomes and detecting large structural changes, but historically higher error rates (now improving) </a:t>
            </a:r>
          </a:p>
          <a:p>
            <a:r>
              <a:rPr lang="en-US" b="1" dirty="0"/>
              <a:t>Key concept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“Short read” = high accuracy, fragmented view of genome </a:t>
            </a:r>
          </a:p>
          <a:p>
            <a:pPr lvl="1"/>
            <a:r>
              <a:rPr lang="en-US" dirty="0"/>
              <a:t>“Long read” = more continuous genome information, easier assembly</a:t>
            </a:r>
          </a:p>
        </p:txBody>
      </p:sp>
      <p:sp>
        <p:nvSpPr>
          <p:cNvPr id="4" name="AutoShape 2" descr="Generated image: Key milestones in sequencing history">
            <a:extLst>
              <a:ext uri="{FF2B5EF4-FFF2-40B4-BE49-F238E27FC236}">
                <a16:creationId xmlns:a16="http://schemas.microsoft.com/office/drawing/2014/main" id="{7212C80E-E70E-BEAE-75F5-03C5EBCF2F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230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B8A12-3595-2705-955F-98B48A4C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03EE-654E-726A-4394-DCAAD1B82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Central Dogma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787179-0370-A1DB-8607-BCB690DC1D4B}"/>
              </a:ext>
            </a:extLst>
          </p:cNvPr>
          <p:cNvSpPr txBox="1"/>
          <p:nvPr/>
        </p:nvSpPr>
        <p:spPr>
          <a:xfrm>
            <a:off x="329611" y="1329070"/>
            <a:ext cx="47601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Central dogma</a:t>
            </a:r>
            <a:r>
              <a:rPr lang="en-US" dirty="0"/>
              <a:t>: DNA → RNA → Protein (genetic information flow within cells)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Genomics: </a:t>
            </a:r>
            <a:r>
              <a:rPr lang="en-US" dirty="0"/>
              <a:t>sequencing and analysis of whole DNA genomes/ amplicons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Transcriptomics: </a:t>
            </a:r>
            <a:r>
              <a:rPr lang="en-US" dirty="0"/>
              <a:t>measurement of all RNA transcripts (gene expression)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Proteomics</a:t>
            </a:r>
            <a:r>
              <a:rPr lang="en-US" dirty="0"/>
              <a:t>: large-scale study of all proteins in a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Metabolomics: </a:t>
            </a:r>
            <a:r>
              <a:rPr lang="en-US" dirty="0"/>
              <a:t>profiling of all small molecules/metabolites in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Metagenomics: </a:t>
            </a:r>
            <a:r>
              <a:rPr lang="en-US" dirty="0"/>
              <a:t>sequencing DNA directly from environmental samples without isolating organisms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Microbiomes: </a:t>
            </a:r>
            <a:r>
              <a:rPr lang="en-US" dirty="0"/>
              <a:t>study of microbial communities in environments like the gut, soil, and oceans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5"/>
                </a:solidFill>
              </a:rPr>
              <a:t>Overall shift from single genes and pathways → whole systems → complex multi-organism communities</a:t>
            </a:r>
          </a:p>
        </p:txBody>
      </p:sp>
      <p:sp>
        <p:nvSpPr>
          <p:cNvPr id="4" name="AutoShape 2" descr="Generated image: Key milestones in sequencing history">
            <a:extLst>
              <a:ext uri="{FF2B5EF4-FFF2-40B4-BE49-F238E27FC236}">
                <a16:creationId xmlns:a16="http://schemas.microsoft.com/office/drawing/2014/main" id="{D21C5479-6275-7A1F-6089-4BE06F3048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4" descr="Generated image: Molecular biology progress infographic">
            <a:extLst>
              <a:ext uri="{FF2B5EF4-FFF2-40B4-BE49-F238E27FC236}">
                <a16:creationId xmlns:a16="http://schemas.microsoft.com/office/drawing/2014/main" id="{AB0C21BB-0321-77A0-A645-42DA43CCE7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E6E04D-42C8-CDFF-3E58-50D040624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567"/>
          <a:stretch>
            <a:fillRect/>
          </a:stretch>
        </p:blipFill>
        <p:spPr>
          <a:xfrm>
            <a:off x="5188004" y="1472122"/>
            <a:ext cx="3778785" cy="50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41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2EA11-55F4-4504-231C-BC8D938A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Overlapping Themes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2595B-A9B8-76E7-85B3-CEFF61519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259875"/>
              </p:ext>
            </p:extLst>
          </p:nvPr>
        </p:nvGraphicFramePr>
        <p:xfrm>
          <a:off x="457200" y="1477818"/>
          <a:ext cx="8257142" cy="48213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896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1AD2C-F6FE-CE1C-4699-2510771F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F403D-A385-38E6-8C76-DEE26EDB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Infectious Disease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6D398A-4BE1-1BEB-1F64-99CB287013BA}"/>
              </a:ext>
            </a:extLst>
          </p:cNvPr>
          <p:cNvSpPr txBox="1"/>
          <p:nvPr/>
        </p:nvSpPr>
        <p:spPr>
          <a:xfrm>
            <a:off x="143692" y="1351839"/>
            <a:ext cx="459812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Multi-omics integration: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Combining genomics, transcriptomics, proteomics, and metabolomics to understand host–pathogen interactions and disease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Genomic epidemiology: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Tracking pathogen spread, evolution, and antimicrobial resistance through sequencing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GWAS: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 Identifying host and pathogen genetic variants linked to susceptibility, severity, immune response and resistance mechanisms.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Machine learning approaches: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Large-scale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Using ML on multi-omics and clinical data for diagnosis, risk prediction, and outbreak detection.</a:t>
            </a:r>
          </a:p>
          <a:p>
            <a:pPr lvl="1"/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6FBC98-8BA4-CFEA-0EC8-5FDA586F7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301" b="77539" l="8659" r="89974">
                        <a14:foregroundMark x1="8984" y1="57227" x2="8984" y2="57227"/>
                        <a14:foregroundMark x1="8659" y1="68164" x2="8659" y2="68164"/>
                        <a14:foregroundMark x1="76107" y1="34863" x2="76107" y2="34863"/>
                        <a14:foregroundMark x1="81055" y1="34863" x2="81055" y2="34863"/>
                        <a14:foregroundMark x1="85612" y1="37109" x2="89779" y2="44336"/>
                        <a14:foregroundMark x1="89779" y1="44336" x2="92122" y2="53516"/>
                        <a14:foregroundMark x1="92122" y1="53516" x2="92057" y2="61621"/>
                        <a14:foregroundMark x1="92057" y1="61621" x2="88802" y2="69238"/>
                        <a14:foregroundMark x1="88802" y1="69238" x2="83464" y2="75391"/>
                        <a14:foregroundMark x1="83464" y1="75391" x2="76107" y2="77539"/>
                        <a14:foregroundMark x1="76107" y1="77539" x2="69596" y2="72070"/>
                        <a14:foregroundMark x1="69596" y1="72070" x2="65299" y2="65918"/>
                      </a14:backgroundRemoval>
                    </a14:imgEffect>
                  </a14:imgLayer>
                </a14:imgProps>
              </a:ext>
            </a:extLst>
          </a:blip>
          <a:srcRect b="16000"/>
          <a:stretch>
            <a:fillRect/>
          </a:stretch>
        </p:blipFill>
        <p:spPr>
          <a:xfrm>
            <a:off x="5107577" y="4352546"/>
            <a:ext cx="3610946" cy="20221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87C7B8-5C99-2089-77A6-1A270B2547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026"/>
          <a:stretch>
            <a:fillRect/>
          </a:stretch>
        </p:blipFill>
        <p:spPr>
          <a:xfrm>
            <a:off x="4265863" y="1733277"/>
            <a:ext cx="5104201" cy="261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45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16628-5D1C-2A88-2426-B05DA77EF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5F22BC-DFDC-719A-E701-D8DA38DE58E6}"/>
              </a:ext>
            </a:extLst>
          </p:cNvPr>
          <p:cNvSpPr txBox="1"/>
          <p:nvPr/>
        </p:nvSpPr>
        <p:spPr>
          <a:xfrm>
            <a:off x="1294227" y="2504049"/>
            <a:ext cx="69635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Introduction to Linux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BEF99-CEBE-6C58-9C26-041CB908DD92}"/>
              </a:ext>
            </a:extLst>
          </p:cNvPr>
          <p:cNvSpPr txBox="1"/>
          <p:nvPr/>
        </p:nvSpPr>
        <p:spPr>
          <a:xfrm>
            <a:off x="5148775" y="5666935"/>
            <a:ext cx="353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Nina.Billows@lshtm.ac.uk</a:t>
            </a:r>
          </a:p>
        </p:txBody>
      </p:sp>
    </p:spTree>
    <p:extLst>
      <p:ext uri="{BB962C8B-B14F-4D97-AF65-F5344CB8AC3E}">
        <p14:creationId xmlns:p14="http://schemas.microsoft.com/office/powerpoint/2010/main" val="492972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431ED-DC90-2E90-45C7-47515A7C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21438-2124-164C-D4A5-B416BB9A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Introduction to Linux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505DF-3912-0136-C1AD-230A02587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477818"/>
            <a:ext cx="4323807" cy="482138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Linux is the default environment for bioinformatics — most tools (GATK, </a:t>
            </a:r>
            <a:r>
              <a:rPr lang="en-US" sz="1600" dirty="0" err="1"/>
              <a:t>samtools</a:t>
            </a:r>
            <a:r>
              <a:rPr lang="en-US" sz="1600" dirty="0"/>
              <a:t>, BWA) are built and tested on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The command line lets you chain tools together in pipelines, process thousands of samples with a single script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File permissions and multi-user support matter on shared HPC clusters where research teams run jobs concurrently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Package managers and environments (</a:t>
            </a:r>
            <a:r>
              <a:rPr lang="en-US" sz="1600" dirty="0" err="1"/>
              <a:t>conda</a:t>
            </a:r>
            <a:r>
              <a:rPr lang="en-US" sz="1600" dirty="0"/>
              <a:t>, apt) keep software versions reproducible across labs and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Shell scripting (bash) automates repetitive tasks: trimming, aligning, calling variants at scale.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2036F55-7E83-90DE-9A1A-98070573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417" y="1477818"/>
            <a:ext cx="6549802" cy="482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15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E5C6D-2CE9-2950-D356-BE147446E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Management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091B5-A6F8-3E7F-1790-B523A7180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4731249" cy="482138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Conda — manages software environments and dependencies, ensuring your tools and versions are reproducible across machines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VS Code — lightweight editor with integrated terminal, remote HPC access, and support for Python, R, and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GitHub — hosts and version-controls your code, tracking every change and enabling collaboration through branches and pull requests</a:t>
            </a:r>
            <a:endParaRPr lang="en-GB" dirty="0"/>
          </a:p>
        </p:txBody>
      </p:sp>
      <p:pic>
        <p:nvPicPr>
          <p:cNvPr id="5123" name="Picture 3">
            <a:extLst>
              <a:ext uri="{FF2B5EF4-FFF2-40B4-BE49-F238E27FC236}">
                <a16:creationId xmlns:a16="http://schemas.microsoft.com/office/drawing/2014/main" id="{97F000E8-46AA-7B17-90A2-2878572AC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449" y="1792520"/>
            <a:ext cx="3291422" cy="68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 descr="Visual Studio Code full logo ...">
            <a:extLst>
              <a:ext uri="{FF2B5EF4-FFF2-40B4-BE49-F238E27FC236}">
                <a16:creationId xmlns:a16="http://schemas.microsoft.com/office/drawing/2014/main" id="{AF1A7EEB-688D-10D6-D60B-5CC7111D7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35" y="2850972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 descr="Logo - Brand Toolkit">
            <a:extLst>
              <a:ext uri="{FF2B5EF4-FFF2-40B4-BE49-F238E27FC236}">
                <a16:creationId xmlns:a16="http://schemas.microsoft.com/office/drawing/2014/main" id="{D9FABD7E-E85F-7738-4452-C8BBF6205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433" y="4761965"/>
            <a:ext cx="3772461" cy="140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043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29A9A-070E-8A95-1D80-057B8FA9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02AC7-8969-0C68-FE16-3DAED4BB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73E519-8D70-BC7B-75AA-584CB1B7123D}"/>
              </a:ext>
            </a:extLst>
          </p:cNvPr>
          <p:cNvSpPr txBox="1"/>
          <p:nvPr/>
        </p:nvSpPr>
        <p:spPr>
          <a:xfrm>
            <a:off x="308610" y="1277041"/>
            <a:ext cx="476495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/>
              <a:t>Get Set 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Let us know if you have any issues with setting up!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Connect to </a:t>
            </a:r>
            <a:r>
              <a:rPr lang="en-US" sz="2400" b="1" dirty="0" err="1"/>
              <a:t>codespace</a:t>
            </a:r>
            <a:r>
              <a:rPr lang="en-US" sz="2400" b="1" dirty="0"/>
              <a:t> </a:t>
            </a:r>
            <a:r>
              <a:rPr lang="en-US" sz="2400" b="1" dirty="0" err="1"/>
              <a:t>lshtm</a:t>
            </a:r>
            <a:r>
              <a:rPr lang="en-US" sz="2400" b="1" dirty="0"/>
              <a:t>-genomics/</a:t>
            </a:r>
            <a:r>
              <a:rPr lang="en-US" sz="2400" b="1" dirty="0" err="1"/>
              <a:t>codespaces</a:t>
            </a:r>
            <a:endParaRPr lang="en-US" sz="24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Choose Day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Move through the introduction to Linux practical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099651"/>
      </p:ext>
    </p:extLst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2934</TotalTime>
  <Words>784</Words>
  <Application>Microsoft Office PowerPoint</Application>
  <PresentationFormat>On-screen Show (4:3)</PresentationFormat>
  <Paragraphs>87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Constantia</vt:lpstr>
      <vt:lpstr>Corbel</vt:lpstr>
      <vt:lpstr>merriweather</vt:lpstr>
      <vt:lpstr>open sans</vt:lpstr>
      <vt:lpstr>Main_Presentation_Title_Page</vt:lpstr>
      <vt:lpstr>PowerPoint Presentation</vt:lpstr>
      <vt:lpstr>Overview</vt:lpstr>
      <vt:lpstr>Background to ‘Omics</vt:lpstr>
      <vt:lpstr>Sequencing Throughout Time</vt:lpstr>
      <vt:lpstr>The Central Dogma</vt:lpstr>
      <vt:lpstr>Overlapping Themes</vt:lpstr>
      <vt:lpstr>Infectious Disease</vt:lpstr>
      <vt:lpstr>PowerPoint Presentation</vt:lpstr>
      <vt:lpstr>An Introduction to Linux</vt:lpstr>
      <vt:lpstr>Code Management</vt:lpstr>
      <vt:lpstr>Task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School of Hygiene  &amp; Tropical Medicine</dc:title>
  <dc:creator>Nick Smith</dc:creator>
  <cp:lastModifiedBy>Nina Billows</cp:lastModifiedBy>
  <cp:revision>47</cp:revision>
  <dcterms:created xsi:type="dcterms:W3CDTF">2017-08-07T14:02:54Z</dcterms:created>
  <dcterms:modified xsi:type="dcterms:W3CDTF">2026-04-19T15:04:35Z</dcterms:modified>
</cp:coreProperties>
</file>