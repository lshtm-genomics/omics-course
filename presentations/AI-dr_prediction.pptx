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88" r:id="rId3"/>
    <p:sldId id="289" r:id="rId4"/>
    <p:sldId id="267" r:id="rId5"/>
    <p:sldId id="284" r:id="rId6"/>
    <p:sldId id="272" r:id="rId7"/>
    <p:sldId id="271" r:id="rId8"/>
    <p:sldId id="274" r:id="rId9"/>
    <p:sldId id="266" r:id="rId10"/>
    <p:sldId id="273" r:id="rId11"/>
    <p:sldId id="268" r:id="rId12"/>
    <p:sldId id="269" r:id="rId13"/>
    <p:sldId id="283" r:id="rId14"/>
    <p:sldId id="270" r:id="rId15"/>
    <p:sldId id="275" r:id="rId16"/>
    <p:sldId id="276" r:id="rId17"/>
    <p:sldId id="290" r:id="rId18"/>
    <p:sldId id="280" r:id="rId19"/>
    <p:sldId id="277" r:id="rId20"/>
    <p:sldId id="279" r:id="rId21"/>
    <p:sldId id="278" r:id="rId22"/>
    <p:sldId id="281" r:id="rId23"/>
    <p:sldId id="282" r:id="rId24"/>
    <p:sldId id="285" r:id="rId25"/>
    <p:sldId id="287" r:id="rId26"/>
    <p:sldId id="28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A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D8CC7F-E537-ED4A-9DEA-AC5788C9261D}" v="1" dt="2025-03-25T08:50:04.4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/>
    <p:restoredTop sz="92296"/>
  </p:normalViewPr>
  <p:slideViewPr>
    <p:cSldViewPr snapToGrid="0" snapToObjects="1">
      <p:cViewPr varScale="1">
        <p:scale>
          <a:sx n="99" d="100"/>
          <a:sy n="99" d="100"/>
        </p:scale>
        <p:origin x="2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feng Wang" userId="106730aa-973e-4ac4-83fa-49cffb9227cb" providerId="ADAL" clId="{59D8CC7F-E537-ED4A-9DEA-AC5788C9261D}"/>
    <pc:docChg chg="addSld modSld">
      <pc:chgData name="Linfeng Wang" userId="106730aa-973e-4ac4-83fa-49cffb9227cb" providerId="ADAL" clId="{59D8CC7F-E537-ED4A-9DEA-AC5788C9261D}" dt="2025-03-25T08:50:04.463" v="0"/>
      <pc:docMkLst>
        <pc:docMk/>
      </pc:docMkLst>
      <pc:sldChg chg="add">
        <pc:chgData name="Linfeng Wang" userId="106730aa-973e-4ac4-83fa-49cffb9227cb" providerId="ADAL" clId="{59D8CC7F-E537-ED4A-9DEA-AC5788C9261D}" dt="2025-03-25T08:50:04.463" v="0"/>
        <pc:sldMkLst>
          <pc:docMk/>
          <pc:sldMk cId="946416801" sldId="285"/>
        </pc:sldMkLst>
      </pc:sldChg>
      <pc:sldChg chg="add">
        <pc:chgData name="Linfeng Wang" userId="106730aa-973e-4ac4-83fa-49cffb9227cb" providerId="ADAL" clId="{59D8CC7F-E537-ED4A-9DEA-AC5788C9261D}" dt="2025-03-25T08:50:04.463" v="0"/>
        <pc:sldMkLst>
          <pc:docMk/>
          <pc:sldMk cId="1597347712" sldId="286"/>
        </pc:sldMkLst>
      </pc:sldChg>
      <pc:sldChg chg="add">
        <pc:chgData name="Linfeng Wang" userId="106730aa-973e-4ac4-83fa-49cffb9227cb" providerId="ADAL" clId="{59D8CC7F-E537-ED4A-9DEA-AC5788C9261D}" dt="2025-03-25T08:50:04.463" v="0"/>
        <pc:sldMkLst>
          <pc:docMk/>
          <pc:sldMk cId="1866914885" sldId="287"/>
        </pc:sldMkLst>
      </pc:sldChg>
    </pc:docChg>
  </pc:docChgLst>
  <pc:docChgLst>
    <pc:chgData name="Linfeng Wang" userId="106730aa-973e-4ac4-83fa-49cffb9227cb" providerId="ADAL" clId="{5D848983-691A-3E44-BD42-62AE8E09079A}"/>
    <pc:docChg chg="undo custSel addSld delSld modSld sldOrd">
      <pc:chgData name="Linfeng Wang" userId="106730aa-973e-4ac4-83fa-49cffb9227cb" providerId="ADAL" clId="{5D848983-691A-3E44-BD42-62AE8E09079A}" dt="2025-03-20T04:28:07.336" v="456" actId="2696"/>
      <pc:docMkLst>
        <pc:docMk/>
      </pc:docMkLst>
      <pc:sldChg chg="addSp delSp modSp mod">
        <pc:chgData name="Linfeng Wang" userId="106730aa-973e-4ac4-83fa-49cffb9227cb" providerId="ADAL" clId="{5D848983-691A-3E44-BD42-62AE8E09079A}" dt="2025-03-20T04:27:00.913" v="455" actId="20577"/>
        <pc:sldMkLst>
          <pc:docMk/>
          <pc:sldMk cId="3857939689" sldId="268"/>
        </pc:sldMkLst>
        <pc:spChg chg="mod">
          <ac:chgData name="Linfeng Wang" userId="106730aa-973e-4ac4-83fa-49cffb9227cb" providerId="ADAL" clId="{5D848983-691A-3E44-BD42-62AE8E09079A}" dt="2025-03-20T04:22:44.701" v="344" actId="1036"/>
          <ac:spMkLst>
            <pc:docMk/>
            <pc:sldMk cId="3857939689" sldId="268"/>
            <ac:spMk id="31" creationId="{6633BC5A-D247-CA4D-86C0-5EDD84F9AA5E}"/>
          </ac:spMkLst>
        </pc:spChg>
        <pc:spChg chg="mod">
          <ac:chgData name="Linfeng Wang" userId="106730aa-973e-4ac4-83fa-49cffb9227cb" providerId="ADAL" clId="{5D848983-691A-3E44-BD42-62AE8E09079A}" dt="2025-03-20T04:27:00.913" v="455" actId="20577"/>
          <ac:spMkLst>
            <pc:docMk/>
            <pc:sldMk cId="3857939689" sldId="268"/>
            <ac:spMk id="38" creationId="{228B26EC-8141-C74A-B3F4-752A058E12DC}"/>
          </ac:spMkLst>
        </pc:spChg>
        <pc:spChg chg="add mod">
          <ac:chgData name="Linfeng Wang" userId="106730aa-973e-4ac4-83fa-49cffb9227cb" providerId="ADAL" clId="{5D848983-691A-3E44-BD42-62AE8E09079A}" dt="2025-03-20T04:26:50.862" v="450" actId="1076"/>
          <ac:spMkLst>
            <pc:docMk/>
            <pc:sldMk cId="3857939689" sldId="268"/>
            <ac:spMk id="39" creationId="{06CF17A6-F804-B09E-B974-3363DEBC41A3}"/>
          </ac:spMkLst>
        </pc:spChg>
        <pc:graphicFrameChg chg="del mod">
          <ac:chgData name="Linfeng Wang" userId="106730aa-973e-4ac4-83fa-49cffb9227cb" providerId="ADAL" clId="{5D848983-691A-3E44-BD42-62AE8E09079A}" dt="2025-03-20T04:26:46.472" v="448" actId="478"/>
          <ac:graphicFrameMkLst>
            <pc:docMk/>
            <pc:sldMk cId="3857939689" sldId="268"/>
            <ac:graphicFrameMk id="6" creationId="{0DBFD2CD-2E18-AD42-BEAB-90BAFDF430E6}"/>
          </ac:graphicFrameMkLst>
        </pc:graphicFrameChg>
        <pc:picChg chg="add mod">
          <ac:chgData name="Linfeng Wang" userId="106730aa-973e-4ac4-83fa-49cffb9227cb" providerId="ADAL" clId="{5D848983-691A-3E44-BD42-62AE8E09079A}" dt="2025-03-20T04:26:50.862" v="450" actId="1076"/>
          <ac:picMkLst>
            <pc:docMk/>
            <pc:sldMk cId="3857939689" sldId="268"/>
            <ac:picMk id="3" creationId="{44B23D7C-58CF-A27B-42AE-3CC1760D2E40}"/>
          </ac:picMkLst>
        </pc:picChg>
      </pc:sldChg>
      <pc:sldChg chg="modSp mod ord">
        <pc:chgData name="Linfeng Wang" userId="106730aa-973e-4ac4-83fa-49cffb9227cb" providerId="ADAL" clId="{5D848983-691A-3E44-BD42-62AE8E09079A}" dt="2025-03-19T07:05:49.600" v="17" actId="1035"/>
        <pc:sldMkLst>
          <pc:docMk/>
          <pc:sldMk cId="1471688318" sldId="276"/>
        </pc:sldMkLst>
        <pc:picChg chg="mod">
          <ac:chgData name="Linfeng Wang" userId="106730aa-973e-4ac4-83fa-49cffb9227cb" providerId="ADAL" clId="{5D848983-691A-3E44-BD42-62AE8E09079A}" dt="2025-03-19T07:05:49.600" v="17" actId="1035"/>
          <ac:picMkLst>
            <pc:docMk/>
            <pc:sldMk cId="1471688318" sldId="276"/>
            <ac:picMk id="5" creationId="{C1472E8C-EFB0-7F4A-AE1F-0C2C4FD579AA}"/>
          </ac:picMkLst>
        </pc:picChg>
      </pc:sldChg>
      <pc:sldChg chg="addSp modSp mod">
        <pc:chgData name="Linfeng Wang" userId="106730aa-973e-4ac4-83fa-49cffb9227cb" providerId="ADAL" clId="{5D848983-691A-3E44-BD42-62AE8E09079A}" dt="2025-03-19T07:07:19.855" v="123" actId="1036"/>
        <pc:sldMkLst>
          <pc:docMk/>
          <pc:sldMk cId="1617289071" sldId="277"/>
        </pc:sldMkLst>
        <pc:spChg chg="add">
          <ac:chgData name="Linfeng Wang" userId="106730aa-973e-4ac4-83fa-49cffb9227cb" providerId="ADAL" clId="{5D848983-691A-3E44-BD42-62AE8E09079A}" dt="2025-03-19T07:06:34.364" v="18" actId="11529"/>
          <ac:spMkLst>
            <pc:docMk/>
            <pc:sldMk cId="1617289071" sldId="277"/>
            <ac:spMk id="3" creationId="{69DB225D-F318-F92C-867E-EF236236CBD6}"/>
          </ac:spMkLst>
        </pc:spChg>
        <pc:spChg chg="add mod">
          <ac:chgData name="Linfeng Wang" userId="106730aa-973e-4ac4-83fa-49cffb9227cb" providerId="ADAL" clId="{5D848983-691A-3E44-BD42-62AE8E09079A}" dt="2025-03-19T07:07:07.364" v="122" actId="1036"/>
          <ac:spMkLst>
            <pc:docMk/>
            <pc:sldMk cId="1617289071" sldId="277"/>
            <ac:spMk id="5" creationId="{BDDB6C82-F47F-82A6-ED0E-D8AF27CC167A}"/>
          </ac:spMkLst>
        </pc:spChg>
        <pc:picChg chg="mod">
          <ac:chgData name="Linfeng Wang" userId="106730aa-973e-4ac4-83fa-49cffb9227cb" providerId="ADAL" clId="{5D848983-691A-3E44-BD42-62AE8E09079A}" dt="2025-03-19T07:07:19.855" v="123" actId="1036"/>
          <ac:picMkLst>
            <pc:docMk/>
            <pc:sldMk cId="1617289071" sldId="277"/>
            <ac:picMk id="7170" creationId="{D4C36E5D-5F6F-A54A-B4F0-869C944796FF}"/>
          </ac:picMkLst>
        </pc:picChg>
      </pc:sldChg>
      <pc:sldChg chg="addSp modSp mod">
        <pc:chgData name="Linfeng Wang" userId="106730aa-973e-4ac4-83fa-49cffb9227cb" providerId="ADAL" clId="{5D848983-691A-3E44-BD42-62AE8E09079A}" dt="2025-03-19T07:09:07.501" v="162" actId="1035"/>
        <pc:sldMkLst>
          <pc:docMk/>
          <pc:sldMk cId="1515884034" sldId="282"/>
        </pc:sldMkLst>
        <pc:cxnChg chg="add mod">
          <ac:chgData name="Linfeng Wang" userId="106730aa-973e-4ac4-83fa-49cffb9227cb" providerId="ADAL" clId="{5D848983-691A-3E44-BD42-62AE8E09079A}" dt="2025-03-19T07:09:07.501" v="162" actId="1035"/>
          <ac:cxnSpMkLst>
            <pc:docMk/>
            <pc:sldMk cId="1515884034" sldId="282"/>
            <ac:cxnSpMk id="6" creationId="{D71E066E-CB24-90AA-00A1-C26F621A3346}"/>
          </ac:cxnSpMkLst>
        </pc:cxnChg>
      </pc:sldChg>
      <pc:sldChg chg="addSp delSp modSp new mod modAnim">
        <pc:chgData name="Linfeng Wang" userId="106730aa-973e-4ac4-83fa-49cffb9227cb" providerId="ADAL" clId="{5D848983-691A-3E44-BD42-62AE8E09079A}" dt="2025-03-20T02:11:18.632" v="195"/>
        <pc:sldMkLst>
          <pc:docMk/>
          <pc:sldMk cId="1351012572" sldId="283"/>
        </pc:sldMkLst>
        <pc:spChg chg="del">
          <ac:chgData name="Linfeng Wang" userId="106730aa-973e-4ac4-83fa-49cffb9227cb" providerId="ADAL" clId="{5D848983-691A-3E44-BD42-62AE8E09079A}" dt="2025-03-20T02:04:58.611" v="164" actId="478"/>
          <ac:spMkLst>
            <pc:docMk/>
            <pc:sldMk cId="1351012572" sldId="283"/>
            <ac:spMk id="3" creationId="{5BF7AE1F-65C2-C8D4-A58B-AE7DFDEA352D}"/>
          </ac:spMkLst>
        </pc:spChg>
        <pc:spChg chg="add del">
          <ac:chgData name="Linfeng Wang" userId="106730aa-973e-4ac4-83fa-49cffb9227cb" providerId="ADAL" clId="{5D848983-691A-3E44-BD42-62AE8E09079A}" dt="2025-03-20T02:05:38.924" v="166" actId="478"/>
          <ac:spMkLst>
            <pc:docMk/>
            <pc:sldMk cId="1351012572" sldId="283"/>
            <ac:spMk id="5" creationId="{0A076AFD-6107-EC18-3563-5CF3EB4813FB}"/>
          </ac:spMkLst>
        </pc:spChg>
        <pc:picChg chg="add mod">
          <ac:chgData name="Linfeng Wang" userId="106730aa-973e-4ac4-83fa-49cffb9227cb" providerId="ADAL" clId="{5D848983-691A-3E44-BD42-62AE8E09079A}" dt="2025-03-20T02:05:54.457" v="169" actId="14100"/>
          <ac:picMkLst>
            <pc:docMk/>
            <pc:sldMk cId="1351012572" sldId="283"/>
            <ac:picMk id="6" creationId="{F3604866-0924-05EB-226F-19390AE937BB}"/>
          </ac:picMkLst>
        </pc:picChg>
        <pc:picChg chg="add mod">
          <ac:chgData name="Linfeng Wang" userId="106730aa-973e-4ac4-83fa-49cffb9227cb" providerId="ADAL" clId="{5D848983-691A-3E44-BD42-62AE8E09079A}" dt="2025-03-20T02:11:00.405" v="194" actId="14100"/>
          <ac:picMkLst>
            <pc:docMk/>
            <pc:sldMk cId="1351012572" sldId="283"/>
            <ac:picMk id="7" creationId="{8B2A368A-25A1-B781-A39D-CFD1F42A531A}"/>
          </ac:picMkLst>
        </pc:picChg>
        <pc:picChg chg="add mod">
          <ac:chgData name="Linfeng Wang" userId="106730aa-973e-4ac4-83fa-49cffb9227cb" providerId="ADAL" clId="{5D848983-691A-3E44-BD42-62AE8E09079A}" dt="2025-03-20T02:10:37.239" v="186" actId="1076"/>
          <ac:picMkLst>
            <pc:docMk/>
            <pc:sldMk cId="1351012572" sldId="283"/>
            <ac:picMk id="8" creationId="{0B778CFC-9CBE-7598-13C2-3978FA5FD514}"/>
          </ac:picMkLst>
        </pc:picChg>
        <pc:picChg chg="add del mod">
          <ac:chgData name="Linfeng Wang" userId="106730aa-973e-4ac4-83fa-49cffb9227cb" providerId="ADAL" clId="{5D848983-691A-3E44-BD42-62AE8E09079A}" dt="2025-03-20T02:09:34.008" v="176" actId="478"/>
          <ac:picMkLst>
            <pc:docMk/>
            <pc:sldMk cId="1351012572" sldId="283"/>
            <ac:picMk id="9" creationId="{290B3D25-C4CA-187E-DB95-7FB3CFC03334}"/>
          </ac:picMkLst>
        </pc:picChg>
        <pc:picChg chg="add mod">
          <ac:chgData name="Linfeng Wang" userId="106730aa-973e-4ac4-83fa-49cffb9227cb" providerId="ADAL" clId="{5D848983-691A-3E44-BD42-62AE8E09079A}" dt="2025-03-20T02:10:17.321" v="183" actId="1076"/>
          <ac:picMkLst>
            <pc:docMk/>
            <pc:sldMk cId="1351012572" sldId="283"/>
            <ac:picMk id="10" creationId="{4A25E8B8-9088-B615-9559-F3B9CB3732B8}"/>
          </ac:picMkLst>
        </pc:picChg>
      </pc:sldChg>
      <pc:sldChg chg="addSp delSp modSp new mod">
        <pc:chgData name="Linfeng Wang" userId="106730aa-973e-4ac4-83fa-49cffb9227cb" providerId="ADAL" clId="{5D848983-691A-3E44-BD42-62AE8E09079A}" dt="2025-03-20T02:24:33.227" v="337" actId="20577"/>
        <pc:sldMkLst>
          <pc:docMk/>
          <pc:sldMk cId="2254984729" sldId="284"/>
        </pc:sldMkLst>
        <pc:spChg chg="mod">
          <ac:chgData name="Linfeng Wang" userId="106730aa-973e-4ac4-83fa-49cffb9227cb" providerId="ADAL" clId="{5D848983-691A-3E44-BD42-62AE8E09079A}" dt="2025-03-20T02:24:33.227" v="337" actId="20577"/>
          <ac:spMkLst>
            <pc:docMk/>
            <pc:sldMk cId="2254984729" sldId="284"/>
            <ac:spMk id="2" creationId="{414BFDD8-D386-4740-E760-D45170E32D0E}"/>
          </ac:spMkLst>
        </pc:spChg>
        <pc:spChg chg="del">
          <ac:chgData name="Linfeng Wang" userId="106730aa-973e-4ac4-83fa-49cffb9227cb" providerId="ADAL" clId="{5D848983-691A-3E44-BD42-62AE8E09079A}" dt="2025-03-20T02:16:23.111" v="197" actId="478"/>
          <ac:spMkLst>
            <pc:docMk/>
            <pc:sldMk cId="2254984729" sldId="284"/>
            <ac:spMk id="3" creationId="{5A32A04D-6748-AE09-5EBA-EE5773276986}"/>
          </ac:spMkLst>
        </pc:spChg>
        <pc:graphicFrameChg chg="add mod">
          <ac:chgData name="Linfeng Wang" userId="106730aa-973e-4ac4-83fa-49cffb9227cb" providerId="ADAL" clId="{5D848983-691A-3E44-BD42-62AE8E09079A}" dt="2025-03-20T02:16:23.739" v="198"/>
          <ac:graphicFrameMkLst>
            <pc:docMk/>
            <pc:sldMk cId="2254984729" sldId="284"/>
            <ac:graphicFrameMk id="4" creationId="{2602927A-801F-43FA-5F02-F5BE45BD0588}"/>
          </ac:graphicFrameMkLst>
        </pc:graphicFrameChg>
        <pc:graphicFrameChg chg="add mod">
          <ac:chgData name="Linfeng Wang" userId="106730aa-973e-4ac4-83fa-49cffb9227cb" providerId="ADAL" clId="{5D848983-691A-3E44-BD42-62AE8E09079A}" dt="2025-03-20T02:16:23.739" v="198"/>
          <ac:graphicFrameMkLst>
            <pc:docMk/>
            <pc:sldMk cId="2254984729" sldId="284"/>
            <ac:graphicFrameMk id="5" creationId="{2D0E5E5C-B6F0-A01C-88DF-33BC3DA2EA38}"/>
          </ac:graphicFrameMkLst>
        </pc:graphicFrameChg>
        <pc:graphicFrameChg chg="add mod">
          <ac:chgData name="Linfeng Wang" userId="106730aa-973e-4ac4-83fa-49cffb9227cb" providerId="ADAL" clId="{5D848983-691A-3E44-BD42-62AE8E09079A}" dt="2025-03-20T02:16:23.739" v="198"/>
          <ac:graphicFrameMkLst>
            <pc:docMk/>
            <pc:sldMk cId="2254984729" sldId="284"/>
            <ac:graphicFrameMk id="6" creationId="{7F58F075-67E1-F782-42A2-6230663AEC51}"/>
          </ac:graphicFrameMkLst>
        </pc:graphicFrameChg>
        <pc:graphicFrameChg chg="add mod">
          <ac:chgData name="Linfeng Wang" userId="106730aa-973e-4ac4-83fa-49cffb9227cb" providerId="ADAL" clId="{5D848983-691A-3E44-BD42-62AE8E09079A}" dt="2025-03-20T02:16:23.739" v="198"/>
          <ac:graphicFrameMkLst>
            <pc:docMk/>
            <pc:sldMk cId="2254984729" sldId="284"/>
            <ac:graphicFrameMk id="7" creationId="{C45FBF1B-415D-175D-D88A-605DA7DF4963}"/>
          </ac:graphicFrameMkLst>
        </pc:graphicFrameChg>
        <pc:graphicFrameChg chg="add mod">
          <ac:chgData name="Linfeng Wang" userId="106730aa-973e-4ac4-83fa-49cffb9227cb" providerId="ADAL" clId="{5D848983-691A-3E44-BD42-62AE8E09079A}" dt="2025-03-20T02:16:23.739" v="198"/>
          <ac:graphicFrameMkLst>
            <pc:docMk/>
            <pc:sldMk cId="2254984729" sldId="284"/>
            <ac:graphicFrameMk id="8" creationId="{7756C7B5-DCC5-772A-40D2-8EBB6D5249C5}"/>
          </ac:graphicFrameMkLst>
        </pc:graphicFrameChg>
        <pc:graphicFrameChg chg="add mod">
          <ac:chgData name="Linfeng Wang" userId="106730aa-973e-4ac4-83fa-49cffb9227cb" providerId="ADAL" clId="{5D848983-691A-3E44-BD42-62AE8E09079A}" dt="2025-03-20T02:16:23.739" v="198"/>
          <ac:graphicFrameMkLst>
            <pc:docMk/>
            <pc:sldMk cId="2254984729" sldId="284"/>
            <ac:graphicFrameMk id="9" creationId="{659E62DA-8137-AA58-0FA3-2BB9B086CCEB}"/>
          </ac:graphicFrameMkLst>
        </pc:graphicFrameChg>
        <pc:graphicFrameChg chg="add mod modGraphic">
          <ac:chgData name="Linfeng Wang" userId="106730aa-973e-4ac4-83fa-49cffb9227cb" providerId="ADAL" clId="{5D848983-691A-3E44-BD42-62AE8E09079A}" dt="2025-03-20T02:16:28.497" v="200" actId="14100"/>
          <ac:graphicFrameMkLst>
            <pc:docMk/>
            <pc:sldMk cId="2254984729" sldId="284"/>
            <ac:graphicFrameMk id="10" creationId="{1F9E40A1-7F9C-413D-60EC-C1348F17BB9F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9.724" v="215" actId="478"/>
          <ac:graphicFrameMkLst>
            <pc:docMk/>
            <pc:sldMk cId="2254984729" sldId="284"/>
            <ac:graphicFrameMk id="11" creationId="{F3CCB6AF-6BB3-7918-058C-2084645E6395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9.724" v="215" actId="478"/>
          <ac:graphicFrameMkLst>
            <pc:docMk/>
            <pc:sldMk cId="2254984729" sldId="284"/>
            <ac:graphicFrameMk id="12" creationId="{E64CD92B-D247-3BC7-87D0-42415399FFC1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9.724" v="215" actId="478"/>
          <ac:graphicFrameMkLst>
            <pc:docMk/>
            <pc:sldMk cId="2254984729" sldId="284"/>
            <ac:graphicFrameMk id="13" creationId="{902006FC-ABD6-A0D8-6657-9944D5496294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6.474" v="214" actId="478"/>
          <ac:graphicFrameMkLst>
            <pc:docMk/>
            <pc:sldMk cId="2254984729" sldId="284"/>
            <ac:graphicFrameMk id="14" creationId="{3C1946EA-4D2C-19B3-7D81-7E2324FC62D3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5.849" v="213" actId="478"/>
          <ac:graphicFrameMkLst>
            <pc:docMk/>
            <pc:sldMk cId="2254984729" sldId="284"/>
            <ac:graphicFrameMk id="15" creationId="{3BAC1653-4531-9770-8418-4B93C54D0618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5.187" v="212" actId="478"/>
          <ac:graphicFrameMkLst>
            <pc:docMk/>
            <pc:sldMk cId="2254984729" sldId="284"/>
            <ac:graphicFrameMk id="16" creationId="{F066A817-EA70-8BA0-BD11-7E3DCC03EE15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4.385" v="211" actId="478"/>
          <ac:graphicFrameMkLst>
            <pc:docMk/>
            <pc:sldMk cId="2254984729" sldId="284"/>
            <ac:graphicFrameMk id="17" creationId="{9BD8E42D-CAC5-1A65-B580-5C3922E62C98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3.545" v="210" actId="478"/>
          <ac:graphicFrameMkLst>
            <pc:docMk/>
            <pc:sldMk cId="2254984729" sldId="284"/>
            <ac:graphicFrameMk id="18" creationId="{A9BF70C6-1F93-017B-51F5-E8CCC7EADDD7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2.674" v="209" actId="478"/>
          <ac:graphicFrameMkLst>
            <pc:docMk/>
            <pc:sldMk cId="2254984729" sldId="284"/>
            <ac:graphicFrameMk id="19" creationId="{49201EBE-2CCC-5EF3-9B30-181AEF7607D2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1.873" v="208" actId="478"/>
          <ac:graphicFrameMkLst>
            <pc:docMk/>
            <pc:sldMk cId="2254984729" sldId="284"/>
            <ac:graphicFrameMk id="20" creationId="{988DC44A-7F0F-768E-0068-2A94D8773E6B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1.002" v="207" actId="478"/>
          <ac:graphicFrameMkLst>
            <pc:docMk/>
            <pc:sldMk cId="2254984729" sldId="284"/>
            <ac:graphicFrameMk id="21" creationId="{92AB583C-57D8-4434-07E9-8B2168BBE50C}"/>
          </ac:graphicFrameMkLst>
        </pc:graphicFrameChg>
        <pc:graphicFrameChg chg="add del mod modGraphic">
          <ac:chgData name="Linfeng Wang" userId="106730aa-973e-4ac4-83fa-49cffb9227cb" providerId="ADAL" clId="{5D848983-691A-3E44-BD42-62AE8E09079A}" dt="2025-03-20T02:17:29.563" v="206" actId="478"/>
          <ac:graphicFrameMkLst>
            <pc:docMk/>
            <pc:sldMk cId="2254984729" sldId="284"/>
            <ac:graphicFrameMk id="22" creationId="{C122DCCF-0A88-DCB7-A7AC-38E3E0D93388}"/>
          </ac:graphicFrameMkLst>
        </pc:graphicFrameChg>
        <pc:graphicFrameChg chg="add del mod modGraphic">
          <ac:chgData name="Linfeng Wang" userId="106730aa-973e-4ac4-83fa-49cffb9227cb" providerId="ADAL" clId="{5D848983-691A-3E44-BD42-62AE8E09079A}" dt="2025-03-20T02:17:24.198" v="203" actId="478"/>
          <ac:graphicFrameMkLst>
            <pc:docMk/>
            <pc:sldMk cId="2254984729" sldId="284"/>
            <ac:graphicFrameMk id="23" creationId="{9F8D4D67-D2DB-FDC3-CE7D-ADB5B72BCD27}"/>
          </ac:graphicFrameMkLst>
        </pc:graphicFrameChg>
        <pc:graphicFrameChg chg="add mod modGraphic">
          <ac:chgData name="Linfeng Wang" userId="106730aa-973e-4ac4-83fa-49cffb9227cb" providerId="ADAL" clId="{5D848983-691A-3E44-BD42-62AE8E09079A}" dt="2025-03-20T02:24:06.393" v="327" actId="403"/>
          <ac:graphicFrameMkLst>
            <pc:docMk/>
            <pc:sldMk cId="2254984729" sldId="284"/>
            <ac:graphicFrameMk id="24" creationId="{509E7FDC-60F4-0754-7D14-0A0325E961B5}"/>
          </ac:graphicFrameMkLst>
        </pc:graphicFrameChg>
      </pc:sldChg>
      <pc:sldChg chg="addSp delSp modSp new del mod">
        <pc:chgData name="Linfeng Wang" userId="106730aa-973e-4ac4-83fa-49cffb9227cb" providerId="ADAL" clId="{5D848983-691A-3E44-BD42-62AE8E09079A}" dt="2025-03-20T04:28:07.336" v="456" actId="2696"/>
        <pc:sldMkLst>
          <pc:docMk/>
          <pc:sldMk cId="3362014365" sldId="285"/>
        </pc:sldMkLst>
        <pc:spChg chg="del">
          <ac:chgData name="Linfeng Wang" userId="106730aa-973e-4ac4-83fa-49cffb9227cb" providerId="ADAL" clId="{5D848983-691A-3E44-BD42-62AE8E09079A}" dt="2025-03-20T04:24:17.106" v="348" actId="478"/>
          <ac:spMkLst>
            <pc:docMk/>
            <pc:sldMk cId="3362014365" sldId="285"/>
            <ac:spMk id="3" creationId="{FE0A7C2A-AA98-2801-D8EB-7C9C98C23411}"/>
          </ac:spMkLst>
        </pc:spChg>
        <pc:spChg chg="add mod">
          <ac:chgData name="Linfeng Wang" userId="106730aa-973e-4ac4-83fa-49cffb9227cb" providerId="ADAL" clId="{5D848983-691A-3E44-BD42-62AE8E09079A}" dt="2025-03-20T04:26:31.664" v="446" actId="1076"/>
          <ac:spMkLst>
            <pc:docMk/>
            <pc:sldMk cId="3362014365" sldId="285"/>
            <ac:spMk id="7" creationId="{DD0C0944-892A-6E42-65FB-BB7BF02E7EFA}"/>
          </ac:spMkLst>
        </pc:spChg>
        <pc:graphicFrameChg chg="add del mod">
          <ac:chgData name="Linfeng Wang" userId="106730aa-973e-4ac4-83fa-49cffb9227cb" providerId="ADAL" clId="{5D848983-691A-3E44-BD42-62AE8E09079A}" dt="2025-03-20T04:26:39.855" v="447" actId="478"/>
          <ac:graphicFrameMkLst>
            <pc:docMk/>
            <pc:sldMk cId="3362014365" sldId="285"/>
            <ac:graphicFrameMk id="4" creationId="{85E09D5F-62E8-114D-6645-98D41E19149D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4:26:39.855" v="447" actId="478"/>
          <ac:graphicFrameMkLst>
            <pc:docMk/>
            <pc:sldMk cId="3362014365" sldId="285"/>
            <ac:graphicFrameMk id="5" creationId="{2F1C9048-B694-6831-7E3F-7C8314669A07}"/>
          </ac:graphicFrameMkLst>
        </pc:graphicFrameChg>
        <pc:picChg chg="add mod">
          <ac:chgData name="Linfeng Wang" userId="106730aa-973e-4ac4-83fa-49cffb9227cb" providerId="ADAL" clId="{5D848983-691A-3E44-BD42-62AE8E09079A}" dt="2025-03-20T04:24:48.794" v="354" actId="1076"/>
          <ac:picMkLst>
            <pc:docMk/>
            <pc:sldMk cId="3362014365" sldId="285"/>
            <ac:picMk id="6" creationId="{F76E9C2B-4344-D6BF-DCF1-53B7EDEBB696}"/>
          </ac:picMkLst>
        </pc:picChg>
      </pc:sldChg>
    </pc:docChg>
  </pc:docChgLst>
  <pc:docChgLst>
    <pc:chgData name="Linfeng Wang" userId="106730aa-973e-4ac4-83fa-49cffb9227cb" providerId="ADAL" clId="{63D910CF-232E-3A4A-9F67-C4725CF38BEE}"/>
    <pc:docChg chg="addSld delSld">
      <pc:chgData name="Linfeng Wang" userId="106730aa-973e-4ac4-83fa-49cffb9227cb" providerId="ADAL" clId="{63D910CF-232E-3A4A-9F67-C4725CF38BEE}" dt="2023-09-12T23:28:32.697" v="1" actId="2696"/>
      <pc:docMkLst>
        <pc:docMk/>
      </pc:docMkLst>
      <pc:sldChg chg="new del">
        <pc:chgData name="Linfeng Wang" userId="106730aa-973e-4ac4-83fa-49cffb9227cb" providerId="ADAL" clId="{63D910CF-232E-3A4A-9F67-C4725CF38BEE}" dt="2023-09-12T23:28:32.697" v="1" actId="2696"/>
        <pc:sldMkLst>
          <pc:docMk/>
          <pc:sldMk cId="1816291835" sldId="283"/>
        </pc:sldMkLst>
      </pc:sldChg>
    </pc:docChg>
  </pc:docChgLst>
  <pc:docChgLst>
    <pc:chgData name="Linfeng Wang" userId="106730aa-973e-4ac4-83fa-49cffb9227cb" providerId="ADAL" clId="{942EB8B3-F936-5E42-A3C1-175F1692FDAA}"/>
    <pc:docChg chg="modSld">
      <pc:chgData name="Linfeng Wang" userId="106730aa-973e-4ac4-83fa-49cffb9227cb" providerId="ADAL" clId="{942EB8B3-F936-5E42-A3C1-175F1692FDAA}" dt="2023-12-07T12:55:13.673" v="11" actId="1035"/>
      <pc:docMkLst>
        <pc:docMk/>
      </pc:docMkLst>
      <pc:sldChg chg="modSp">
        <pc:chgData name="Linfeng Wang" userId="106730aa-973e-4ac4-83fa-49cffb9227cb" providerId="ADAL" clId="{942EB8B3-F936-5E42-A3C1-175F1692FDAA}" dt="2023-12-07T12:55:13.673" v="11" actId="1035"/>
        <pc:sldMkLst>
          <pc:docMk/>
          <pc:sldMk cId="1515884034" sldId="282"/>
        </pc:sldMkLst>
        <pc:picChg chg="mod">
          <ac:chgData name="Linfeng Wang" userId="106730aa-973e-4ac4-83fa-49cffb9227cb" providerId="ADAL" clId="{942EB8B3-F936-5E42-A3C1-175F1692FDAA}" dt="2023-12-07T12:55:13.673" v="11" actId="1035"/>
          <ac:picMkLst>
            <pc:docMk/>
            <pc:sldMk cId="1515884034" sldId="282"/>
            <ac:picMk id="9218" creationId="{A8696E3B-C72D-F146-AF8B-4B61E808CD5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9B8F4-58FF-42FA-8638-A4B0B3080BAC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test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C75A9-AA76-4212-B4F8-B8667CC8A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5967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CE98-3B20-4F4A-9B9C-E43A6F42C307}" type="datetimeFigureOut">
              <a:rPr lang="en-US" smtClean="0"/>
              <a:t>5/9/25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test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C7398D-A3C2-2D4A-BB3F-7B427B5B3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124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www.quora.com</a:t>
            </a:r>
            <a:r>
              <a:rPr lang="en-US" dirty="0"/>
              <a:t>/Why-does-decreasing-the-learning-rate-also-increases-over-fitting-rate-in-a-neural-network</a:t>
            </a:r>
          </a:p>
          <a:p>
            <a:r>
              <a:rPr lang="en-US" dirty="0"/>
              <a:t>https://</a:t>
            </a:r>
            <a:r>
              <a:rPr lang="en-US" dirty="0" err="1"/>
              <a:t>lucidar.me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/neural-networks/single-layer-gradient-descent/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7398D-A3C2-2D4A-BB3F-7B427B5B326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73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www.analyticsvidhya.com</a:t>
            </a:r>
            <a:r>
              <a:rPr lang="en-US" dirty="0"/>
              <a:t>/blog/2022/01/convolutional-neural-network-an-overview/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7398D-A3C2-2D4A-BB3F-7B427B5B326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40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link.springer.com</a:t>
            </a:r>
            <a:r>
              <a:rPr lang="en-US" dirty="0"/>
              <a:t>/article/10.1007/s12539-018-0313-4#Fig1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7398D-A3C2-2D4A-BB3F-7B427B5B326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48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aseline="0">
                <a:solidFill>
                  <a:schemeClr val="bg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baseline="0">
                <a:latin typeface="Corbel" panose="020B0503020204020204" pitchFamily="34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86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Slide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baseline="0">
                <a:latin typeface="Corbel" panose="020B0503020204020204" pitchFamily="34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aseline="0">
                <a:solidFill>
                  <a:schemeClr val="bg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lumn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91919"/>
            <a:ext cx="5111750" cy="4807281"/>
          </a:xfrm>
          <a:prstGeom prst="rect">
            <a:avLst/>
          </a:prstGeom>
        </p:spPr>
        <p:txBody>
          <a:bodyPr/>
          <a:lstStyle>
            <a:lvl1pPr>
              <a:defRPr sz="2000" baseline="0">
                <a:latin typeface="Corbel" panose="020B0503020204020204" pitchFamily="34" charset="0"/>
              </a:defRPr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257244" marR="0" lvl="0" indent="-257244" algn="l" defTabSz="342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91919"/>
            <a:ext cx="3008313" cy="4807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Corbel" panose="020B0503020204020204" pitchFamily="34" charset="0"/>
              </a:defRPr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aseline="0">
                <a:solidFill>
                  <a:schemeClr val="bg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8724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lumn_Slide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91919"/>
            <a:ext cx="5111750" cy="4807281"/>
          </a:xfrm>
          <a:prstGeom prst="rect">
            <a:avLst/>
          </a:prstGeom>
        </p:spPr>
        <p:txBody>
          <a:bodyPr/>
          <a:lstStyle>
            <a:lvl1pPr>
              <a:defRPr sz="2000" baseline="0">
                <a:latin typeface="Corbel" panose="020B0503020204020204" pitchFamily="34" charset="0"/>
              </a:defRPr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257244" marR="0" lvl="0" indent="-257244" algn="l" defTabSz="342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91919"/>
            <a:ext cx="3008313" cy="4807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Corbel" panose="020B0503020204020204" pitchFamily="34" charset="0"/>
              </a:defRPr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9132"/>
            <a:ext cx="6697133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aseline="0">
                <a:solidFill>
                  <a:schemeClr val="bg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64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50" r:id="rId3"/>
    <p:sldLayoutId id="2147483663" r:id="rId4"/>
    <p:sldLayoutId id="2147483656" r:id="rId5"/>
    <p:sldLayoutId id="2147483665" r:id="rId6"/>
  </p:sldLayoutIdLst>
  <p:hf sldNum="0" hdr="0" ftr="0" dt="0"/>
  <p:txStyles>
    <p:titleStyle>
      <a:lvl1pPr algn="ctr" defTabSz="342991" rtl="0" eaLnBrk="1" latinLnBrk="0" hangingPunct="1">
        <a:spcBef>
          <a:spcPct val="0"/>
        </a:spcBef>
        <a:buNone/>
        <a:defRPr sz="3301" kern="1200" baseline="0">
          <a:solidFill>
            <a:schemeClr val="bg2"/>
          </a:solidFill>
          <a:latin typeface="merriweather" charset="0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wmf"/><Relationship Id="rId18" Type="http://schemas.openxmlformats.org/officeDocument/2006/relationships/oleObject" Target="../embeddings/oleObject3.bin"/><Relationship Id="rId26" Type="http://schemas.openxmlformats.org/officeDocument/2006/relationships/oleObject" Target="../embeddings/oleObject5.bin"/><Relationship Id="rId39" Type="http://schemas.openxmlformats.org/officeDocument/2006/relationships/image" Target="../media/image24.wmf"/><Relationship Id="rId21" Type="http://schemas.openxmlformats.org/officeDocument/2006/relationships/image" Target="../media/image20.wmf"/><Relationship Id="rId34" Type="http://schemas.openxmlformats.org/officeDocument/2006/relationships/oleObject" Target="../embeddings/oleObject8.bin"/><Relationship Id="rId42" Type="http://schemas.openxmlformats.org/officeDocument/2006/relationships/oleObject" Target="../embeddings/oleObject10.bin"/><Relationship Id="rId47" Type="http://schemas.openxmlformats.org/officeDocument/2006/relationships/image" Target="../media/image26.wmf"/><Relationship Id="rId50" Type="http://schemas.openxmlformats.org/officeDocument/2006/relationships/oleObject" Target="../embeddings/oleObject12.bin"/><Relationship Id="rId16" Type="http://schemas.openxmlformats.org/officeDocument/2006/relationships/oleObject" Target="../embeddings/oleObject3.bin"/><Relationship Id="rId29" Type="http://schemas.openxmlformats.org/officeDocument/2006/relationships/image" Target="../media/image22.wmf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image17.wmf"/><Relationship Id="rId24" Type="http://schemas.openxmlformats.org/officeDocument/2006/relationships/oleObject" Target="../embeddings/oleObject5.bin"/><Relationship Id="rId32" Type="http://schemas.openxmlformats.org/officeDocument/2006/relationships/oleObject" Target="../embeddings/oleObject8.bin"/><Relationship Id="rId37" Type="http://schemas.openxmlformats.org/officeDocument/2006/relationships/image" Target="../media/image24.wmf"/><Relationship Id="rId40" Type="http://schemas.openxmlformats.org/officeDocument/2006/relationships/oleObject" Target="../embeddings/oleObject10.bin"/><Relationship Id="rId45" Type="http://schemas.openxmlformats.org/officeDocument/2006/relationships/image" Target="../media/image26.wmf"/><Relationship Id="rId53" Type="http://schemas.openxmlformats.org/officeDocument/2006/relationships/image" Target="../media/image29.png"/><Relationship Id="rId5" Type="http://schemas.openxmlformats.org/officeDocument/2006/relationships/image" Target="../media/image17.wmf"/><Relationship Id="rId15" Type="http://schemas.openxmlformats.org/officeDocument/2006/relationships/image" Target="../media/image18.wmf"/><Relationship Id="rId23" Type="http://schemas.openxmlformats.org/officeDocument/2006/relationships/image" Target="../media/image20.wmf"/><Relationship Id="rId28" Type="http://schemas.openxmlformats.org/officeDocument/2006/relationships/oleObject" Target="../embeddings/oleObject7.bin"/><Relationship Id="rId36" Type="http://schemas.openxmlformats.org/officeDocument/2006/relationships/oleObject" Target="../embeddings/oleObject9.bin"/><Relationship Id="rId49" Type="http://schemas.openxmlformats.org/officeDocument/2006/relationships/image" Target="../media/image27.wmf"/><Relationship Id="rId10" Type="http://schemas.openxmlformats.org/officeDocument/2006/relationships/oleObject" Target="../embeddings/oleObject1.bin"/><Relationship Id="rId19" Type="http://schemas.openxmlformats.org/officeDocument/2006/relationships/image" Target="../media/image19.wmf"/><Relationship Id="rId31" Type="http://schemas.openxmlformats.org/officeDocument/2006/relationships/image" Target="../media/image22.wmf"/><Relationship Id="rId44" Type="http://schemas.openxmlformats.org/officeDocument/2006/relationships/oleObject" Target="../embeddings/oleObject11.bin"/><Relationship Id="rId52" Type="http://schemas.openxmlformats.org/officeDocument/2006/relationships/image" Target="../media/image28.png"/><Relationship Id="rId4" Type="http://schemas.openxmlformats.org/officeDocument/2006/relationships/oleObject" Target="../embeddings/oleObject1.bin"/><Relationship Id="rId14" Type="http://schemas.openxmlformats.org/officeDocument/2006/relationships/oleObject" Target="../embeddings/oleObject2.bin"/><Relationship Id="rId22" Type="http://schemas.openxmlformats.org/officeDocument/2006/relationships/oleObject" Target="../embeddings/oleObject4.bin"/><Relationship Id="rId27" Type="http://schemas.openxmlformats.org/officeDocument/2006/relationships/image" Target="../media/image21.wmf"/><Relationship Id="rId30" Type="http://schemas.openxmlformats.org/officeDocument/2006/relationships/oleObject" Target="../embeddings/oleObject7.bin"/><Relationship Id="rId35" Type="http://schemas.openxmlformats.org/officeDocument/2006/relationships/image" Target="../media/image23.wmf"/><Relationship Id="rId43" Type="http://schemas.openxmlformats.org/officeDocument/2006/relationships/image" Target="../media/image25.wmf"/><Relationship Id="rId48" Type="http://schemas.openxmlformats.org/officeDocument/2006/relationships/oleObject" Target="../embeddings/oleObject12.bin"/><Relationship Id="rId51" Type="http://schemas.openxmlformats.org/officeDocument/2006/relationships/image" Target="../media/image27.wmf"/><Relationship Id="rId3" Type="http://schemas.openxmlformats.org/officeDocument/2006/relationships/image" Target="../media/image27.png"/><Relationship Id="rId12" Type="http://schemas.openxmlformats.org/officeDocument/2006/relationships/oleObject" Target="../embeddings/oleObject2.bin"/><Relationship Id="rId17" Type="http://schemas.openxmlformats.org/officeDocument/2006/relationships/image" Target="../media/image19.wmf"/><Relationship Id="rId25" Type="http://schemas.openxmlformats.org/officeDocument/2006/relationships/image" Target="../media/image21.wmf"/><Relationship Id="rId33" Type="http://schemas.openxmlformats.org/officeDocument/2006/relationships/image" Target="../media/image23.wmf"/><Relationship Id="rId38" Type="http://schemas.openxmlformats.org/officeDocument/2006/relationships/oleObject" Target="../embeddings/oleObject9.bin"/><Relationship Id="rId46" Type="http://schemas.openxmlformats.org/officeDocument/2006/relationships/oleObject" Target="../embeddings/oleObject11.bin"/><Relationship Id="rId20" Type="http://schemas.openxmlformats.org/officeDocument/2006/relationships/oleObject" Target="../embeddings/oleObject4.bin"/><Relationship Id="rId41" Type="http://schemas.openxmlformats.org/officeDocument/2006/relationships/image" Target="../media/image2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6.bin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18.bin"/><Relationship Id="rId2" Type="http://schemas.openxmlformats.org/officeDocument/2006/relationships/image" Target="../media/image36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38.wmf"/><Relationship Id="rId15" Type="http://schemas.openxmlformats.org/officeDocument/2006/relationships/image" Target="../media/image360.png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37.wmf"/><Relationship Id="rId9" Type="http://schemas.openxmlformats.org/officeDocument/2006/relationships/image" Target="../media/image38.wmf"/><Relationship Id="rId14" Type="http://schemas.openxmlformats.org/officeDocument/2006/relationships/image" Target="../media/image320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3.png"/><Relationship Id="rId7" Type="http://schemas.openxmlformats.org/officeDocument/2006/relationships/image" Target="../media/image43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0.png"/><Relationship Id="rId5" Type="http://schemas.openxmlformats.org/officeDocument/2006/relationships/image" Target="../media/image410.png"/><Relationship Id="rId4" Type="http://schemas.openxmlformats.org/officeDocument/2006/relationships/image" Target="../media/image400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17BD78-C6DF-1C44-BB44-F77EB9C26177}"/>
              </a:ext>
            </a:extLst>
          </p:cNvPr>
          <p:cNvSpPr txBox="1"/>
          <p:nvPr/>
        </p:nvSpPr>
        <p:spPr>
          <a:xfrm>
            <a:off x="1294227" y="2504049"/>
            <a:ext cx="6963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for drug resistance prediction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247CC-E492-FA49-96C7-52C6153DE7D3}"/>
              </a:ext>
            </a:extLst>
          </p:cNvPr>
          <p:cNvSpPr txBox="1"/>
          <p:nvPr/>
        </p:nvSpPr>
        <p:spPr>
          <a:xfrm>
            <a:off x="5148775" y="5666935"/>
            <a:ext cx="3530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Linfeng.wang@lshtm.ac.uk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27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itle 1">
            <a:extLst>
              <a:ext uri="{FF2B5EF4-FFF2-40B4-BE49-F238E27FC236}">
                <a16:creationId xmlns:a16="http://schemas.microsoft.com/office/drawing/2014/main" id="{34AA9836-0110-8F4F-AD69-267621FF9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79132"/>
            <a:ext cx="6705600" cy="623236"/>
          </a:xfrm>
        </p:spPr>
        <p:txBody>
          <a:bodyPr/>
          <a:lstStyle/>
          <a:p>
            <a:r>
              <a:rPr lang="en-US" dirty="0"/>
              <a:t>ML based genomic tools</a:t>
            </a:r>
          </a:p>
        </p:txBody>
      </p:sp>
      <p:pic>
        <p:nvPicPr>
          <p:cNvPr id="1026" name="Picture 2" descr="figure 2">
            <a:extLst>
              <a:ext uri="{FF2B5EF4-FFF2-40B4-BE49-F238E27FC236}">
                <a16:creationId xmlns:a16="http://schemas.microsoft.com/office/drawing/2014/main" id="{E4C9AAD7-7CC5-ECA5-A314-256038D0D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3817" y="1477818"/>
            <a:ext cx="6696365" cy="482138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0A7418-1CDB-5092-AC91-DE41707FDBED}"/>
              </a:ext>
            </a:extLst>
          </p:cNvPr>
          <p:cNvSpPr txBox="1"/>
          <p:nvPr/>
        </p:nvSpPr>
        <p:spPr>
          <a:xfrm>
            <a:off x="7366000" y="6477000"/>
            <a:ext cx="210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Alharbi et al 2022</a:t>
            </a:r>
          </a:p>
        </p:txBody>
      </p:sp>
    </p:spTree>
    <p:extLst>
      <p:ext uri="{BB962C8B-B14F-4D97-AF65-F5344CB8AC3E}">
        <p14:creationId xmlns:p14="http://schemas.microsoft.com/office/powerpoint/2010/main" val="211898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A698ADD-F915-5638-60A3-AC9BA1E3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79132"/>
            <a:ext cx="6705600" cy="623236"/>
          </a:xfrm>
        </p:spPr>
        <p:txBody>
          <a:bodyPr/>
          <a:lstStyle/>
          <a:p>
            <a:r>
              <a:rPr lang="en-US" dirty="0"/>
              <a:t>Machine learning (ML) based 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627B2-6CA7-5196-293A-0D69085FBBF8}"/>
              </a:ext>
            </a:extLst>
          </p:cNvPr>
          <p:cNvSpPr txBox="1"/>
          <p:nvPr/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 rtlCol="0">
            <a:normAutofit lnSpcReduction="10000"/>
          </a:bodyPr>
          <a:lstStyle/>
          <a:p>
            <a:pPr marL="285750" indent="-285750" defTabSz="342991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open sans" charset="0"/>
              </a:rPr>
              <a:t>Variant Calling and Annotation: </a:t>
            </a:r>
          </a:p>
          <a:p>
            <a:pPr marL="742950" lvl="3" indent="-285750" defTabSz="342991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b="0" dirty="0" err="1">
                <a:latin typeface="open sans" charset="0"/>
              </a:rPr>
              <a:t>DeepVariant</a:t>
            </a:r>
            <a:r>
              <a:rPr lang="en-US" b="0" dirty="0">
                <a:latin typeface="open sans" charset="0"/>
              </a:rPr>
              <a:t>, </a:t>
            </a:r>
            <a:r>
              <a:rPr lang="en-US" b="0" dirty="0" err="1">
                <a:latin typeface="open sans" charset="0"/>
              </a:rPr>
              <a:t>Clairvoyante</a:t>
            </a:r>
            <a:r>
              <a:rPr lang="en-US" b="0" dirty="0">
                <a:latin typeface="open sans" charset="0"/>
              </a:rPr>
              <a:t> (CNN)</a:t>
            </a:r>
          </a:p>
          <a:p>
            <a:pPr marL="285750" indent="-285750" defTabSz="342991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open sans" charset="0"/>
              </a:rPr>
              <a:t>Disease Variant Prioritization: </a:t>
            </a:r>
          </a:p>
          <a:p>
            <a:pPr marL="742950" lvl="3" indent="-285750" defTabSz="342991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b="0" dirty="0" err="1">
                <a:latin typeface="open sans" charset="0"/>
              </a:rPr>
              <a:t>PrimateAI</a:t>
            </a:r>
            <a:r>
              <a:rPr lang="en-US" b="0" dirty="0">
                <a:latin typeface="open sans" charset="0"/>
              </a:rPr>
              <a:t>, </a:t>
            </a:r>
            <a:r>
              <a:rPr lang="en-US" b="0" dirty="0" err="1">
                <a:latin typeface="open sans" charset="0"/>
              </a:rPr>
              <a:t>DeepWAS</a:t>
            </a:r>
            <a:r>
              <a:rPr lang="en-US" b="0" dirty="0">
                <a:latin typeface="open sans" charset="0"/>
              </a:rPr>
              <a:t> (CNN)</a:t>
            </a:r>
          </a:p>
          <a:p>
            <a:pPr marL="285750" indent="-285750" defTabSz="342991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open sans" charset="0"/>
              </a:rPr>
              <a:t>Gene Expression and Regulation: </a:t>
            </a:r>
          </a:p>
          <a:p>
            <a:pPr marL="742950" lvl="3" indent="-285750" defTabSz="342991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b="0" dirty="0" err="1">
                <a:latin typeface="open sans" charset="0"/>
              </a:rPr>
              <a:t>Xpresso</a:t>
            </a:r>
            <a:r>
              <a:rPr lang="en-US" b="0" dirty="0">
                <a:latin typeface="open sans" charset="0"/>
              </a:rPr>
              <a:t>, </a:t>
            </a:r>
            <a:r>
              <a:rPr lang="en-US" b="0" dirty="0" err="1">
                <a:latin typeface="open sans" charset="0"/>
              </a:rPr>
              <a:t>SpliceAI</a:t>
            </a:r>
            <a:r>
              <a:rPr lang="en-US" b="0" dirty="0">
                <a:latin typeface="open sans" charset="0"/>
              </a:rPr>
              <a:t> (CNN)</a:t>
            </a:r>
          </a:p>
          <a:p>
            <a:pPr marL="285750" indent="-285750" defTabSz="342991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open sans" charset="0"/>
              </a:rPr>
              <a:t>Epigenomics and 3D Chromatin Structure: </a:t>
            </a:r>
          </a:p>
          <a:p>
            <a:pPr marL="742950" lvl="3" indent="-285750" defTabSz="342991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b="0" dirty="0">
                <a:latin typeface="open sans" charset="0"/>
              </a:rPr>
              <a:t>Basenji and </a:t>
            </a:r>
            <a:r>
              <a:rPr lang="en-US" b="0" dirty="0" err="1">
                <a:latin typeface="open sans" charset="0"/>
              </a:rPr>
              <a:t>DeepMILO</a:t>
            </a:r>
            <a:r>
              <a:rPr lang="en-US" b="0" dirty="0">
                <a:latin typeface="open sans" charset="0"/>
              </a:rPr>
              <a:t> (CNN + RNN)</a:t>
            </a:r>
          </a:p>
          <a:p>
            <a:pPr defTabSz="342991">
              <a:spcBef>
                <a:spcPct val="20000"/>
              </a:spcBef>
            </a:pPr>
            <a:endParaRPr lang="en-US" b="0" dirty="0">
              <a:latin typeface="open sans" charset="0"/>
            </a:endParaRPr>
          </a:p>
          <a:p>
            <a:pPr defTabSz="342991">
              <a:spcBef>
                <a:spcPct val="20000"/>
              </a:spcBef>
            </a:pPr>
            <a:endParaRPr lang="en-US" b="0" dirty="0">
              <a:latin typeface="ope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379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7818"/>
            <a:ext cx="8229600" cy="1764915"/>
          </a:xfrm>
        </p:spPr>
        <p:txBody>
          <a:bodyPr/>
          <a:lstStyle/>
          <a:p>
            <a:r>
              <a:rPr lang="en-US" b="1" i="1" dirty="0">
                <a:solidFill>
                  <a:srgbClr val="0070C0"/>
                </a:solidFill>
              </a:rPr>
              <a:t>Artificial Intelligence </a:t>
            </a:r>
            <a:r>
              <a:rPr lang="en-US" dirty="0"/>
              <a:t>is a scientific field concerned with the development of algorithms that allow computers to learn without being explicitly programmed</a:t>
            </a:r>
          </a:p>
          <a:p>
            <a:r>
              <a:rPr lang="en-US" b="1" i="1" dirty="0">
                <a:solidFill>
                  <a:srgbClr val="0070C0"/>
                </a:solidFill>
              </a:rPr>
              <a:t>Machine Learning </a:t>
            </a:r>
            <a:r>
              <a:rPr lang="en-US" dirty="0"/>
              <a:t>is a branch of Artificial Intelligence, which focuses on methods that learn from data and make predictions on unseen data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A7D8EF-DCA2-6146-98A0-D8485ABC6C5B}"/>
              </a:ext>
            </a:extLst>
          </p:cNvPr>
          <p:cNvGrpSpPr/>
          <p:nvPr/>
        </p:nvGrpSpPr>
        <p:grpSpPr>
          <a:xfrm>
            <a:off x="533399" y="3429000"/>
            <a:ext cx="7857067" cy="2616200"/>
            <a:chOff x="457200" y="2682748"/>
            <a:chExt cx="8496300" cy="2737104"/>
          </a:xfrm>
        </p:grpSpPr>
        <p:sp>
          <p:nvSpPr>
            <p:cNvPr id="5" name="Can 4">
              <a:extLst>
                <a:ext uri="{FF2B5EF4-FFF2-40B4-BE49-F238E27FC236}">
                  <a16:creationId xmlns:a16="http://schemas.microsoft.com/office/drawing/2014/main" id="{DCBC4EEF-004B-8842-9FEB-9ABEEA949721}"/>
                </a:ext>
              </a:extLst>
            </p:cNvPr>
            <p:cNvSpPr/>
            <p:nvPr/>
          </p:nvSpPr>
          <p:spPr>
            <a:xfrm>
              <a:off x="457200" y="2682748"/>
              <a:ext cx="2108200" cy="949452"/>
            </a:xfrm>
            <a:prstGeom prst="can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Labeled Data</a:t>
              </a:r>
            </a:p>
          </p:txBody>
        </p:sp>
        <p:sp>
          <p:nvSpPr>
            <p:cNvPr id="6" name="Can 5">
              <a:extLst>
                <a:ext uri="{FF2B5EF4-FFF2-40B4-BE49-F238E27FC236}">
                  <a16:creationId xmlns:a16="http://schemas.microsoft.com/office/drawing/2014/main" id="{5F8E69E7-83DD-844D-A5A6-669F4FF31E88}"/>
                </a:ext>
              </a:extLst>
            </p:cNvPr>
            <p:cNvSpPr/>
            <p:nvPr/>
          </p:nvSpPr>
          <p:spPr>
            <a:xfrm>
              <a:off x="457200" y="4470400"/>
              <a:ext cx="2108200" cy="949452"/>
            </a:xfrm>
            <a:prstGeom prst="can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Labeled Data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996EC74-87AB-3846-9FA5-829A79CAB742}"/>
                </a:ext>
              </a:extLst>
            </p:cNvPr>
            <p:cNvSpPr/>
            <p:nvPr/>
          </p:nvSpPr>
          <p:spPr>
            <a:xfrm>
              <a:off x="3542697" y="2682748"/>
              <a:ext cx="2654300" cy="94945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Machine Learning algorithm</a:t>
              </a:r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97E661A0-925D-6045-9C73-56CF144E0F8C}"/>
                </a:ext>
              </a:extLst>
            </p:cNvPr>
            <p:cNvSpPr/>
            <p:nvPr/>
          </p:nvSpPr>
          <p:spPr>
            <a:xfrm>
              <a:off x="3809397" y="4364454"/>
              <a:ext cx="1943100" cy="909574"/>
            </a:xfrm>
            <a:prstGeom prst="cub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Learned model</a:t>
              </a:r>
            </a:p>
          </p:txBody>
        </p:sp>
        <p:sp>
          <p:nvSpPr>
            <p:cNvPr id="9" name="Bevel 8">
              <a:extLst>
                <a:ext uri="{FF2B5EF4-FFF2-40B4-BE49-F238E27FC236}">
                  <a16:creationId xmlns:a16="http://schemas.microsoft.com/office/drawing/2014/main" id="{A140DD06-A5E9-0E46-AEBD-997C8F7F9090}"/>
                </a:ext>
              </a:extLst>
            </p:cNvPr>
            <p:cNvSpPr/>
            <p:nvPr/>
          </p:nvSpPr>
          <p:spPr>
            <a:xfrm>
              <a:off x="6845599" y="4507484"/>
              <a:ext cx="1536700" cy="870688"/>
            </a:xfrm>
            <a:prstGeom prst="bevel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Prediction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62DFECC-F55E-EA49-AA6A-FA169F4AA181}"/>
                </a:ext>
              </a:extLst>
            </p:cNvPr>
            <p:cNvCxnSpPr>
              <a:stCxn id="5" idx="4"/>
              <a:endCxn id="7" idx="1"/>
            </p:cNvCxnSpPr>
            <p:nvPr/>
          </p:nvCxnSpPr>
          <p:spPr>
            <a:xfrm>
              <a:off x="2565400" y="3157474"/>
              <a:ext cx="97729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F1A0720-74F1-904C-836C-93B6AAA8C6BF}"/>
                </a:ext>
              </a:extLst>
            </p:cNvPr>
            <p:cNvCxnSpPr>
              <a:stCxn id="6" idx="4"/>
              <a:endCxn id="8" idx="2"/>
            </p:cNvCxnSpPr>
            <p:nvPr/>
          </p:nvCxnSpPr>
          <p:spPr>
            <a:xfrm flipV="1">
              <a:off x="2565400" y="4932938"/>
              <a:ext cx="1243997" cy="121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7AA8626-AF9B-F946-B7D2-B8E06407B6C7}"/>
                </a:ext>
              </a:extLst>
            </p:cNvPr>
            <p:cNvCxnSpPr>
              <a:stCxn id="8" idx="4"/>
              <a:endCxn id="9" idx="4"/>
            </p:cNvCxnSpPr>
            <p:nvPr/>
          </p:nvCxnSpPr>
          <p:spPr>
            <a:xfrm>
              <a:off x="5521158" y="4932937"/>
              <a:ext cx="1324441" cy="989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FB9D526-F3BD-AE4B-839A-F5DD7D39AE79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4869847" y="3632200"/>
              <a:ext cx="24797" cy="732254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1FED094-6F63-904E-B179-6B2DF1EFC08E}"/>
                </a:ext>
              </a:extLst>
            </p:cNvPr>
            <p:cNvCxnSpPr/>
            <p:nvPr/>
          </p:nvCxnSpPr>
          <p:spPr>
            <a:xfrm flipV="1">
              <a:off x="457200" y="4000500"/>
              <a:ext cx="8496300" cy="381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1C13BF-536A-1144-BEEC-878F466E7540}"/>
                </a:ext>
              </a:extLst>
            </p:cNvPr>
            <p:cNvSpPr txBox="1"/>
            <p:nvPr/>
          </p:nvSpPr>
          <p:spPr>
            <a:xfrm>
              <a:off x="457200" y="3702446"/>
              <a:ext cx="9520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</a:rPr>
                <a:t>Training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8AFF1A-51CD-9045-A92F-EF69738CC54B}"/>
                </a:ext>
              </a:extLst>
            </p:cNvPr>
            <p:cNvSpPr txBox="1"/>
            <p:nvPr/>
          </p:nvSpPr>
          <p:spPr>
            <a:xfrm>
              <a:off x="457200" y="4025900"/>
              <a:ext cx="11777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</a:rPr>
                <a:t>Prediction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DF7B73E-4FB8-2B42-BF2C-43758E5A4731}"/>
              </a:ext>
            </a:extLst>
          </p:cNvPr>
          <p:cNvSpPr txBox="1"/>
          <p:nvPr/>
        </p:nvSpPr>
        <p:spPr>
          <a:xfrm>
            <a:off x="5559795" y="6555650"/>
            <a:ext cx="35459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Picture from: </a:t>
            </a:r>
            <a:r>
              <a:rPr lang="en-US" sz="1000" dirty="0" err="1"/>
              <a:t>Ismini</a:t>
            </a:r>
            <a:r>
              <a:rPr lang="en-US" sz="1000" dirty="0"/>
              <a:t> </a:t>
            </a:r>
            <a:r>
              <a:rPr lang="en-US" sz="1000" dirty="0" err="1"/>
              <a:t>Lourentzou</a:t>
            </a:r>
            <a:r>
              <a:rPr lang="en-US" sz="1000" dirty="0"/>
              <a:t> – Introduction to Deep Learning</a:t>
            </a:r>
          </a:p>
        </p:txBody>
      </p:sp>
    </p:spTree>
    <p:extLst>
      <p:ext uri="{BB962C8B-B14F-4D97-AF65-F5344CB8AC3E}">
        <p14:creationId xmlns:p14="http://schemas.microsoft.com/office/powerpoint/2010/main" val="1967062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FDD8-D386-4740-E760-D45170E3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09E7FDC-60F4-0754-7D14-0A0325E96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829094"/>
              </p:ext>
            </p:extLst>
          </p:nvPr>
        </p:nvGraphicFramePr>
        <p:xfrm>
          <a:off x="215900" y="1848973"/>
          <a:ext cx="8548959" cy="4094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7241">
                  <a:extLst>
                    <a:ext uri="{9D8B030D-6E8A-4147-A177-3AD203B41FA5}">
                      <a16:colId xmlns:a16="http://schemas.microsoft.com/office/drawing/2014/main" val="2047473892"/>
                    </a:ext>
                  </a:extLst>
                </a:gridCol>
                <a:gridCol w="2798241">
                  <a:extLst>
                    <a:ext uri="{9D8B030D-6E8A-4147-A177-3AD203B41FA5}">
                      <a16:colId xmlns:a16="http://schemas.microsoft.com/office/drawing/2014/main" val="2693991676"/>
                    </a:ext>
                  </a:extLst>
                </a:gridCol>
                <a:gridCol w="3613477">
                  <a:extLst>
                    <a:ext uri="{9D8B030D-6E8A-4147-A177-3AD203B41FA5}">
                      <a16:colId xmlns:a16="http://schemas.microsoft.com/office/drawing/2014/main" val="2782315022"/>
                    </a:ext>
                  </a:extLst>
                </a:gridCol>
              </a:tblGrid>
              <a:tr h="464142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400" b="1" u="none" strike="noStrike" dirty="0">
                          <a:effectLst/>
                        </a:rPr>
                        <a:t>Database Approach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400" b="1" u="none" strike="noStrike" dirty="0">
                          <a:effectLst/>
                        </a:rPr>
                        <a:t>Machine Learning Approach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100300231"/>
                  </a:ext>
                </a:extLst>
              </a:tr>
              <a:tr h="518640"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 b="1" u="none" strike="noStrike" dirty="0">
                          <a:effectLst/>
                        </a:rPr>
                        <a:t>Interpretability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High</a:t>
                      </a:r>
                      <a:r>
                        <a:rPr lang="en-GB" sz="1200" u="none" strike="noStrike" dirty="0">
                          <a:effectLst/>
                        </a:rPr>
                        <a:t> – Directly links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Low to Medium </a:t>
                      </a:r>
                      <a:r>
                        <a:rPr lang="en-GB" sz="1200" u="none" strike="noStrike" dirty="0">
                          <a:effectLst/>
                        </a:rPr>
                        <a:t>– Feature importance methods needed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2209649357"/>
                  </a:ext>
                </a:extLst>
              </a:tr>
              <a:tr h="390647"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 b="1" u="none" strike="noStrike" dirty="0">
                          <a:effectLst/>
                        </a:rPr>
                        <a:t>Computational Cost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Low</a:t>
                      </a:r>
                      <a:r>
                        <a:rPr lang="en-GB" sz="1200" u="none" strike="noStrike" dirty="0">
                          <a:effectLst/>
                        </a:rPr>
                        <a:t> – Simple matching algorithms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High</a:t>
                      </a:r>
                      <a:r>
                        <a:rPr lang="en-GB" sz="1200" u="none" strike="noStrike" dirty="0">
                          <a:effectLst/>
                        </a:rPr>
                        <a:t> – Requires model training and tuning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979495042"/>
                  </a:ext>
                </a:extLst>
              </a:tr>
              <a:tr h="518640"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 b="1" u="none" strike="noStrike" dirty="0">
                          <a:effectLst/>
                        </a:rPr>
                        <a:t>Speed of Prediction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Very Fast </a:t>
                      </a:r>
                      <a:r>
                        <a:rPr lang="en-GB" sz="1200" u="none" strike="noStrike" dirty="0">
                          <a:effectLst/>
                        </a:rPr>
                        <a:t>– Simple lookup operations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Slower</a:t>
                      </a:r>
                      <a:r>
                        <a:rPr lang="en-GB" sz="1200" u="none" strike="noStrike" dirty="0">
                          <a:effectLst/>
                        </a:rPr>
                        <a:t> – Requires inference from trained models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4002663339"/>
                  </a:ext>
                </a:extLst>
              </a:tr>
              <a:tr h="518640"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 b="1" u="none" strike="noStrike" dirty="0">
                          <a:effectLst/>
                        </a:rPr>
                        <a:t>Ability to Detect Unknown Resistance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No</a:t>
                      </a:r>
                      <a:r>
                        <a:rPr lang="en-GB" sz="1200" u="none" strike="noStrike" dirty="0">
                          <a:effectLst/>
                        </a:rPr>
                        <a:t> – Limited to known mutations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Yes</a:t>
                      </a:r>
                      <a:r>
                        <a:rPr lang="en-GB" sz="1200" u="none" strike="noStrike" dirty="0">
                          <a:effectLst/>
                        </a:rPr>
                        <a:t> – Can infer novel resistance mechanisms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1978610178"/>
                  </a:ext>
                </a:extLst>
              </a:tr>
              <a:tr h="646635"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 b="1" u="none" strike="noStrike" dirty="0">
                          <a:effectLst/>
                        </a:rPr>
                        <a:t>Handles Epistasis (Gene Interactions)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No</a:t>
                      </a:r>
                      <a:r>
                        <a:rPr lang="en-GB" sz="1200" u="none" strike="noStrike" dirty="0">
                          <a:effectLst/>
                        </a:rPr>
                        <a:t> – Cannot model complex genetic interactions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Yes</a:t>
                      </a:r>
                      <a:r>
                        <a:rPr lang="en-GB" sz="1200" u="none" strike="noStrike" dirty="0">
                          <a:effectLst/>
                        </a:rPr>
                        <a:t> – Can learn relationships between mutations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1507568566"/>
                  </a:ext>
                </a:extLst>
              </a:tr>
              <a:tr h="518640"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 b="1" u="none" strike="noStrike" dirty="0">
                          <a:effectLst/>
                        </a:rPr>
                        <a:t>Data Requirement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Low</a:t>
                      </a:r>
                      <a:r>
                        <a:rPr lang="en-GB" sz="1200" u="none" strike="noStrike" dirty="0">
                          <a:effectLst/>
                        </a:rPr>
                        <a:t> – Only needs a mutation database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High</a:t>
                      </a:r>
                      <a:r>
                        <a:rPr lang="en-GB" sz="1200" u="none" strike="noStrike" dirty="0">
                          <a:effectLst/>
                        </a:rPr>
                        <a:t> – Requires large, </a:t>
                      </a:r>
                      <a:r>
                        <a:rPr lang="en-GB" sz="1200" u="none" strike="noStrike" dirty="0" err="1">
                          <a:effectLst/>
                        </a:rPr>
                        <a:t>labeled</a:t>
                      </a:r>
                      <a:r>
                        <a:rPr lang="en-GB" sz="1200" u="none" strike="noStrike" dirty="0">
                          <a:effectLst/>
                        </a:rPr>
                        <a:t> genomic datasets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3764797267"/>
                  </a:ext>
                </a:extLst>
              </a:tr>
              <a:tr h="518640"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400" b="1" u="none" strike="noStrike" dirty="0">
                          <a:effectLst/>
                        </a:rPr>
                        <a:t>Adaptability to Emerging Resistance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Low</a:t>
                      </a:r>
                      <a:r>
                        <a:rPr lang="en-GB" sz="1200" u="none" strike="noStrike" dirty="0">
                          <a:effectLst/>
                        </a:rPr>
                        <a:t> – Needs frequent manual updates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High</a:t>
                      </a:r>
                      <a:r>
                        <a:rPr lang="en-GB" sz="1200" u="none" strike="noStrike" dirty="0">
                          <a:effectLst/>
                        </a:rPr>
                        <a:t> – Can adapt dynamically with new training data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3360743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984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883" y="1394243"/>
            <a:ext cx="5365475" cy="1951182"/>
          </a:xfrm>
        </p:spPr>
        <p:txBody>
          <a:bodyPr/>
          <a:lstStyle/>
          <a:p>
            <a:r>
              <a:rPr lang="en-US" b="1" i="1" dirty="0">
                <a:solidFill>
                  <a:srgbClr val="0070C0"/>
                </a:solidFill>
              </a:rPr>
              <a:t>Supervised</a:t>
            </a:r>
            <a:r>
              <a:rPr lang="en-US" dirty="0"/>
              <a:t>: learning with </a:t>
            </a:r>
            <a:r>
              <a:rPr lang="en-US" dirty="0">
                <a:solidFill>
                  <a:srgbClr val="FF0000"/>
                </a:solidFill>
              </a:rPr>
              <a:t>labeled data</a:t>
            </a:r>
          </a:p>
          <a:p>
            <a:pPr lvl="1"/>
            <a:r>
              <a:rPr lang="en-US" dirty="0"/>
              <a:t>Regression</a:t>
            </a:r>
            <a:r>
              <a:rPr lang="en-US" sz="2000" dirty="0">
                <a:latin typeface="Corbel" panose="020B0503020204020204" pitchFamily="34" charset="0"/>
              </a:rPr>
              <a:t>:  </a:t>
            </a:r>
            <a:r>
              <a:rPr lang="en-GB" sz="2000" dirty="0">
                <a:latin typeface="Corbel" panose="020B0503020204020204" pitchFamily="34" charset="0"/>
              </a:rPr>
              <a:t>predict a continuous quantity (</a:t>
            </a:r>
            <a:r>
              <a:rPr lang="en-GB" sz="2000" b="1" dirty="0">
                <a:latin typeface="Corbel" panose="020B0503020204020204" pitchFamily="34" charset="0"/>
              </a:rPr>
              <a:t>Minimum inhibitory concentration</a:t>
            </a:r>
            <a:r>
              <a:rPr lang="en-GB" sz="2000" dirty="0">
                <a:latin typeface="Corbel" panose="020B0503020204020204" pitchFamily="34" charset="0"/>
              </a:rPr>
              <a:t>)</a:t>
            </a:r>
          </a:p>
          <a:p>
            <a:pPr lvl="1"/>
            <a:r>
              <a:rPr lang="en-US" sz="2000" dirty="0">
                <a:latin typeface="Corbel" panose="020B0503020204020204" pitchFamily="34" charset="0"/>
              </a:rPr>
              <a:t>Classification: </a:t>
            </a:r>
            <a:r>
              <a:rPr lang="en-GB" sz="2000" dirty="0">
                <a:latin typeface="Corbel" panose="020B0503020204020204" pitchFamily="34" charset="0"/>
              </a:rPr>
              <a:t>predicts discrete class labels. (</a:t>
            </a:r>
            <a:r>
              <a:rPr lang="en-GB" sz="2000" b="1" dirty="0">
                <a:latin typeface="Corbel" panose="020B0503020204020204" pitchFamily="34" charset="0"/>
              </a:rPr>
              <a:t>Drug resistance</a:t>
            </a:r>
            <a:r>
              <a:rPr lang="en-GB" sz="2000" dirty="0">
                <a:latin typeface="Corbel" panose="020B0503020204020204" pitchFamily="34" charset="0"/>
              </a:rPr>
              <a:t>)</a:t>
            </a:r>
            <a:endParaRPr lang="en-US" sz="2000" dirty="0">
              <a:latin typeface="Corbel" panose="020B05030202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FE2D75-E285-4C41-901C-BA1AD3CEB33E}"/>
              </a:ext>
            </a:extLst>
          </p:cNvPr>
          <p:cNvGrpSpPr/>
          <p:nvPr/>
        </p:nvGrpSpPr>
        <p:grpSpPr>
          <a:xfrm>
            <a:off x="563883" y="4820900"/>
            <a:ext cx="2584236" cy="1943685"/>
            <a:chOff x="393134" y="4140200"/>
            <a:chExt cx="2007166" cy="149980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3417E6-B446-954F-B02D-DEAC847D9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3134" y="4140200"/>
              <a:ext cx="800100" cy="11176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7D5E8C-B65D-DC43-A1E7-FD7A3B041428}"/>
                </a:ext>
              </a:extLst>
            </p:cNvPr>
            <p:cNvSpPr/>
            <p:nvPr/>
          </p:nvSpPr>
          <p:spPr>
            <a:xfrm>
              <a:off x="1587500" y="4229100"/>
              <a:ext cx="812800" cy="3429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class 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00EC00-A884-9545-BE26-7F48322FB136}"/>
                </a:ext>
              </a:extLst>
            </p:cNvPr>
            <p:cNvSpPr/>
            <p:nvPr/>
          </p:nvSpPr>
          <p:spPr>
            <a:xfrm>
              <a:off x="1587500" y="4775200"/>
              <a:ext cx="8128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class 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6350F41-E7C6-E949-80E8-D3D96C145D22}"/>
                </a:ext>
              </a:extLst>
            </p:cNvPr>
            <p:cNvCxnSpPr/>
            <p:nvPr/>
          </p:nvCxnSpPr>
          <p:spPr>
            <a:xfrm>
              <a:off x="1193234" y="4660900"/>
              <a:ext cx="322266" cy="0"/>
            </a:xfrm>
            <a:prstGeom prst="straightConnector1">
              <a:avLst/>
            </a:prstGeom>
            <a:ln w="38100" cmpd="sng">
              <a:solidFill>
                <a:srgbClr val="4F81BD"/>
              </a:solidFill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9E8092-AA49-384A-94FF-36C3EA08F949}"/>
                </a:ext>
              </a:extLst>
            </p:cNvPr>
            <p:cNvSpPr txBox="1"/>
            <p:nvPr/>
          </p:nvSpPr>
          <p:spPr>
            <a:xfrm>
              <a:off x="684625" y="5270671"/>
              <a:ext cx="16437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Classification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184942C-3695-614C-ACA2-5DA1377D7CED}"/>
              </a:ext>
            </a:extLst>
          </p:cNvPr>
          <p:cNvGrpSpPr/>
          <p:nvPr/>
        </p:nvGrpSpPr>
        <p:grpSpPr>
          <a:xfrm>
            <a:off x="3349497" y="4698677"/>
            <a:ext cx="3124200" cy="1955800"/>
            <a:chOff x="2806700" y="3998831"/>
            <a:chExt cx="2539492" cy="1690769"/>
          </a:xfrm>
        </p:grpSpPr>
        <p:pic>
          <p:nvPicPr>
            <p:cNvPr id="11" name="Picture 10" descr="m2.gif">
              <a:extLst>
                <a:ext uri="{FF2B5EF4-FFF2-40B4-BE49-F238E27FC236}">
                  <a16:creationId xmlns:a16="http://schemas.microsoft.com/office/drawing/2014/main" id="{4A064870-C83E-3F49-8C5E-F7E509E40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6700" y="3998831"/>
              <a:ext cx="2539492" cy="145113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C4F40E-47EE-9C45-B732-1657FFD3E7FA}"/>
                </a:ext>
              </a:extLst>
            </p:cNvPr>
            <p:cNvSpPr txBox="1"/>
            <p:nvPr/>
          </p:nvSpPr>
          <p:spPr>
            <a:xfrm>
              <a:off x="3566292" y="5320268"/>
              <a:ext cx="1365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Regression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3BDDD7-2543-7F40-AD23-BDC98345FFE3}"/>
              </a:ext>
            </a:extLst>
          </p:cNvPr>
          <p:cNvGrpSpPr/>
          <p:nvPr/>
        </p:nvGrpSpPr>
        <p:grpSpPr>
          <a:xfrm>
            <a:off x="6878946" y="4834210"/>
            <a:ext cx="1870626" cy="1619250"/>
            <a:chOff x="6435174" y="4070350"/>
            <a:chExt cx="1870626" cy="1619250"/>
          </a:xfrm>
        </p:grpSpPr>
        <p:pic>
          <p:nvPicPr>
            <p:cNvPr id="14" name="Picture 13" descr="220px-Cluster-2.svg.png">
              <a:extLst>
                <a:ext uri="{FF2B5EF4-FFF2-40B4-BE49-F238E27FC236}">
                  <a16:creationId xmlns:a16="http://schemas.microsoft.com/office/drawing/2014/main" id="{08FE6BCF-A6BF-4D42-8A6B-2C9910544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5174" y="4070350"/>
              <a:ext cx="1870626" cy="124991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BD5C411-AC2A-C94A-A5B7-50B7B4EEDDD5}"/>
                </a:ext>
              </a:extLst>
            </p:cNvPr>
            <p:cNvSpPr txBox="1"/>
            <p:nvPr/>
          </p:nvSpPr>
          <p:spPr>
            <a:xfrm>
              <a:off x="6910680" y="5320268"/>
              <a:ext cx="12884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Clustering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74D3411-E2FB-5F41-BCDD-A4CA90292758}"/>
              </a:ext>
            </a:extLst>
          </p:cNvPr>
          <p:cNvSpPr txBox="1"/>
          <p:nvPr/>
        </p:nvSpPr>
        <p:spPr>
          <a:xfrm>
            <a:off x="6394123" y="6509706"/>
            <a:ext cx="2840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Ismini</a:t>
            </a:r>
            <a:r>
              <a:rPr lang="en-US" sz="1000" dirty="0"/>
              <a:t> </a:t>
            </a:r>
            <a:r>
              <a:rPr lang="en-US" sz="1000" dirty="0" err="1"/>
              <a:t>Lourentzou</a:t>
            </a:r>
            <a:r>
              <a:rPr lang="en-US" sz="1000" dirty="0"/>
              <a:t> – Introduction to Deep learning</a:t>
            </a:r>
          </a:p>
          <a:p>
            <a:pPr algn="ctr"/>
            <a:r>
              <a:rPr lang="en-US" sz="1000" dirty="0"/>
              <a:t>Springboard: regression-vs-classification</a:t>
            </a:r>
          </a:p>
        </p:txBody>
      </p:sp>
      <p:pic>
        <p:nvPicPr>
          <p:cNvPr id="2050" name="Picture 2" descr="Regression vs. Classification in Machine Learning: What's ...">
            <a:extLst>
              <a:ext uri="{FF2B5EF4-FFF2-40B4-BE49-F238E27FC236}">
                <a16:creationId xmlns:a16="http://schemas.microsoft.com/office/drawing/2014/main" id="{F88F158D-7C60-7740-8594-8BF5FCE14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58" y="1290316"/>
            <a:ext cx="2466885" cy="1989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757A6D7-8C94-034B-AF6B-20295124415B}"/>
              </a:ext>
            </a:extLst>
          </p:cNvPr>
          <p:cNvSpPr txBox="1">
            <a:spLocks/>
          </p:cNvSpPr>
          <p:nvPr/>
        </p:nvSpPr>
        <p:spPr>
          <a:xfrm>
            <a:off x="532840" y="3489287"/>
            <a:ext cx="6848958" cy="9321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2000" b="0" i="0" kern="1200" baseline="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>
                <a:solidFill>
                  <a:srgbClr val="0070C0"/>
                </a:solidFill>
              </a:rPr>
              <a:t>Unsupervised</a:t>
            </a:r>
            <a:r>
              <a:rPr lang="en-US" dirty="0"/>
              <a:t>: discover patterns in </a:t>
            </a:r>
            <a:r>
              <a:rPr lang="en-US" dirty="0">
                <a:solidFill>
                  <a:srgbClr val="FF0000"/>
                </a:solidFill>
              </a:rPr>
              <a:t>unlabeled data</a:t>
            </a:r>
          </a:p>
          <a:p>
            <a:pPr lvl="1"/>
            <a:r>
              <a:rPr lang="en-US" dirty="0"/>
              <a:t>Example: cluster similar data points (</a:t>
            </a:r>
            <a:r>
              <a:rPr lang="en-US" b="1" dirty="0"/>
              <a:t>PCA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013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endParaRPr lang="en-US" dirty="0"/>
          </a:p>
        </p:txBody>
      </p:sp>
      <p:pic>
        <p:nvPicPr>
          <p:cNvPr id="1026" name="Picture 2" descr="AI vs Machine Learning vs Deep Learning | Edureka">
            <a:extLst>
              <a:ext uri="{FF2B5EF4-FFF2-40B4-BE49-F238E27FC236}">
                <a16:creationId xmlns:a16="http://schemas.microsoft.com/office/drawing/2014/main" id="{3D9BF53B-4C1B-604F-9DBA-4C47A25C9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1859828"/>
            <a:ext cx="8510650" cy="3578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567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Neural </a:t>
            </a:r>
            <a:r>
              <a:rPr lang="en-US" altLang="zh-CN" dirty="0"/>
              <a:t>network</a:t>
            </a:r>
            <a:endParaRPr lang="en-US" dirty="0"/>
          </a:p>
        </p:txBody>
      </p:sp>
      <p:pic>
        <p:nvPicPr>
          <p:cNvPr id="4098" name="Picture 2" descr="Understanding the Structure of Neural Networks | by savannah logan |  Becoming Human: Artificial Intelligence Magazine">
            <a:extLst>
              <a:ext uri="{FF2B5EF4-FFF2-40B4-BE49-F238E27FC236}">
                <a16:creationId xmlns:a16="http://schemas.microsoft.com/office/drawing/2014/main" id="{0DCA368F-E663-4148-AD0D-C68581B88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4" y="2565930"/>
            <a:ext cx="5760631" cy="308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8E684F-D8FB-AE40-B796-D7947B6E593E}"/>
              </a:ext>
            </a:extLst>
          </p:cNvPr>
          <p:cNvSpPr txBox="1"/>
          <p:nvPr/>
        </p:nvSpPr>
        <p:spPr>
          <a:xfrm>
            <a:off x="897465" y="1642600"/>
            <a:ext cx="1989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Inputs</a:t>
            </a:r>
          </a:p>
          <a:p>
            <a:r>
              <a:rPr lang="en-US" dirty="0"/>
              <a:t>- DNA sequence</a:t>
            </a:r>
          </a:p>
          <a:p>
            <a:r>
              <a:rPr lang="en-US" dirty="0"/>
              <a:t>- DNA </a:t>
            </a:r>
            <a:r>
              <a:rPr lang="en-US" altLang="zh-CN" dirty="0"/>
              <a:t>alignment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D1536-DBC1-AC46-893C-0B93B0C5AD0F}"/>
              </a:ext>
            </a:extLst>
          </p:cNvPr>
          <p:cNvSpPr txBox="1"/>
          <p:nvPr/>
        </p:nvSpPr>
        <p:spPr>
          <a:xfrm>
            <a:off x="5079999" y="5427200"/>
            <a:ext cx="3886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Outputs</a:t>
            </a:r>
          </a:p>
          <a:p>
            <a:r>
              <a:rPr lang="en-US" dirty="0"/>
              <a:t>- Does it have resistance to rifampicin?</a:t>
            </a:r>
          </a:p>
        </p:txBody>
      </p:sp>
      <p:pic>
        <p:nvPicPr>
          <p:cNvPr id="3074" name="Picture 2" descr="What Is an Artificial Neural Network?">
            <a:extLst>
              <a:ext uri="{FF2B5EF4-FFF2-40B4-BE49-F238E27FC236}">
                <a16:creationId xmlns:a16="http://schemas.microsoft.com/office/drawing/2014/main" id="{07B59E2D-5D4C-0381-57ED-DB47D71E7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870" y="1069833"/>
            <a:ext cx="2852888" cy="2139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949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pic>
        <p:nvPicPr>
          <p:cNvPr id="1026" name="Picture 2" descr="LinearRegression: An implementation of ordinary least-squares linear  regression - mlxtend">
            <a:extLst>
              <a:ext uri="{FF2B5EF4-FFF2-40B4-BE49-F238E27FC236}">
                <a16:creationId xmlns:a16="http://schemas.microsoft.com/office/drawing/2014/main" id="{BAA55EAA-A317-1B4A-B390-8D3F42C4D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622" y="1394974"/>
            <a:ext cx="6456729" cy="509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1B192D-7138-B542-AE41-F24B3738B97D}"/>
              </a:ext>
            </a:extLst>
          </p:cNvPr>
          <p:cNvSpPr txBox="1"/>
          <p:nvPr/>
        </p:nvSpPr>
        <p:spPr>
          <a:xfrm>
            <a:off x="2391850" y="6488668"/>
            <a:ext cx="7933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rasbt.github.io</a:t>
            </a:r>
            <a:r>
              <a:rPr lang="en-US" dirty="0"/>
              <a:t>/</a:t>
            </a:r>
            <a:r>
              <a:rPr lang="en-US" dirty="0" err="1"/>
              <a:t>mlxtend</a:t>
            </a:r>
            <a:r>
              <a:rPr lang="en-US" dirty="0"/>
              <a:t>/</a:t>
            </a:r>
            <a:r>
              <a:rPr lang="en-US" dirty="0" err="1"/>
              <a:t>user_guide</a:t>
            </a:r>
            <a:r>
              <a:rPr lang="en-US" dirty="0"/>
              <a:t>/regressor/</a:t>
            </a:r>
            <a:r>
              <a:rPr lang="en-US" dirty="0" err="1"/>
              <a:t>LinearRegression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96380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Non-linearity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5F5641-7D31-1042-B21B-2B9DBEDD995C}"/>
              </a:ext>
            </a:extLst>
          </p:cNvPr>
          <p:cNvSpPr txBox="1">
            <a:spLocks/>
          </p:cNvSpPr>
          <p:nvPr/>
        </p:nvSpPr>
        <p:spPr>
          <a:xfrm>
            <a:off x="378595" y="1480759"/>
            <a:ext cx="3327926" cy="47361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2000" b="0" i="0" kern="1200" baseline="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some tasks, input data can be linearly separable, and linear classifiers can be suitably applied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other tasks, linear classifiers may have difficulties to produce adequate decision boundaries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8A009D-57D8-9649-8419-3CAFE0AF040A}"/>
              </a:ext>
            </a:extLst>
          </p:cNvPr>
          <p:cNvGrpSpPr/>
          <p:nvPr/>
        </p:nvGrpSpPr>
        <p:grpSpPr>
          <a:xfrm>
            <a:off x="4176993" y="3963201"/>
            <a:ext cx="3317685" cy="2287313"/>
            <a:chOff x="6004735" y="2090803"/>
            <a:chExt cx="3760043" cy="2592288"/>
          </a:xfrm>
        </p:grpSpPr>
        <p:sp>
          <p:nvSpPr>
            <p:cNvPr id="6" name="流程圖: 程序 18">
              <a:extLst>
                <a:ext uri="{FF2B5EF4-FFF2-40B4-BE49-F238E27FC236}">
                  <a16:creationId xmlns:a16="http://schemas.microsoft.com/office/drawing/2014/main" id="{7D18AC78-A5F1-6A44-939C-10C528A54EC1}"/>
                </a:ext>
              </a:extLst>
            </p:cNvPr>
            <p:cNvSpPr/>
            <p:nvPr/>
          </p:nvSpPr>
          <p:spPr>
            <a:xfrm>
              <a:off x="6524418" y="2090803"/>
              <a:ext cx="3240360" cy="2232248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7" name="乘號 3">
              <a:extLst>
                <a:ext uri="{FF2B5EF4-FFF2-40B4-BE49-F238E27FC236}">
                  <a16:creationId xmlns:a16="http://schemas.microsoft.com/office/drawing/2014/main" id="{1100AC21-6E85-444C-9519-F4A499D98CD4}"/>
                </a:ext>
              </a:extLst>
            </p:cNvPr>
            <p:cNvSpPr/>
            <p:nvPr/>
          </p:nvSpPr>
          <p:spPr>
            <a:xfrm>
              <a:off x="7388514" y="3722061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8" name="乘號 4">
              <a:extLst>
                <a:ext uri="{FF2B5EF4-FFF2-40B4-BE49-F238E27FC236}">
                  <a16:creationId xmlns:a16="http://schemas.microsoft.com/office/drawing/2014/main" id="{2742D573-A643-9C45-8289-8124149B1F94}"/>
                </a:ext>
              </a:extLst>
            </p:cNvPr>
            <p:cNvSpPr/>
            <p:nvPr/>
          </p:nvSpPr>
          <p:spPr>
            <a:xfrm>
              <a:off x="8324618" y="3794069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9" name="乘號 5">
              <a:extLst>
                <a:ext uri="{FF2B5EF4-FFF2-40B4-BE49-F238E27FC236}">
                  <a16:creationId xmlns:a16="http://schemas.microsoft.com/office/drawing/2014/main" id="{5168C63E-8613-D34E-B7BE-45AD2C70F4EC}"/>
                </a:ext>
              </a:extLst>
            </p:cNvPr>
            <p:cNvSpPr/>
            <p:nvPr/>
          </p:nvSpPr>
          <p:spPr>
            <a:xfrm>
              <a:off x="7655972" y="2162811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10" name="乘號 6">
              <a:extLst>
                <a:ext uri="{FF2B5EF4-FFF2-40B4-BE49-F238E27FC236}">
                  <a16:creationId xmlns:a16="http://schemas.microsoft.com/office/drawing/2014/main" id="{3CE6A052-1818-E64F-9C69-92A5A9B82C9D}"/>
                </a:ext>
              </a:extLst>
            </p:cNvPr>
            <p:cNvSpPr/>
            <p:nvPr/>
          </p:nvSpPr>
          <p:spPr>
            <a:xfrm>
              <a:off x="7964578" y="3938085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11" name="乘號 7">
              <a:extLst>
                <a:ext uri="{FF2B5EF4-FFF2-40B4-BE49-F238E27FC236}">
                  <a16:creationId xmlns:a16="http://schemas.microsoft.com/office/drawing/2014/main" id="{EDF92E55-2955-4246-A155-847A59AAACA7}"/>
                </a:ext>
              </a:extLst>
            </p:cNvPr>
            <p:cNvSpPr/>
            <p:nvPr/>
          </p:nvSpPr>
          <p:spPr>
            <a:xfrm>
              <a:off x="7964578" y="2234819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12" name="乘號 8">
              <a:extLst>
                <a:ext uri="{FF2B5EF4-FFF2-40B4-BE49-F238E27FC236}">
                  <a16:creationId xmlns:a16="http://schemas.microsoft.com/office/drawing/2014/main" id="{BC8077E9-B43C-4C48-AA1D-6AD5F66B807A}"/>
                </a:ext>
              </a:extLst>
            </p:cNvPr>
            <p:cNvSpPr/>
            <p:nvPr/>
          </p:nvSpPr>
          <p:spPr>
            <a:xfrm>
              <a:off x="7316506" y="2378835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13" name="乘號 9">
              <a:extLst>
                <a:ext uri="{FF2B5EF4-FFF2-40B4-BE49-F238E27FC236}">
                  <a16:creationId xmlns:a16="http://schemas.microsoft.com/office/drawing/2014/main" id="{7295D7ED-EF7B-7846-B71A-431E619DAAD4}"/>
                </a:ext>
              </a:extLst>
            </p:cNvPr>
            <p:cNvSpPr/>
            <p:nvPr/>
          </p:nvSpPr>
          <p:spPr>
            <a:xfrm>
              <a:off x="6956466" y="2882891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14" name="流程圖: 接點 10">
              <a:extLst>
                <a:ext uri="{FF2B5EF4-FFF2-40B4-BE49-F238E27FC236}">
                  <a16:creationId xmlns:a16="http://schemas.microsoft.com/office/drawing/2014/main" id="{5BF49110-9F51-A24B-9360-9359FED91945}"/>
                </a:ext>
              </a:extLst>
            </p:cNvPr>
            <p:cNvSpPr/>
            <p:nvPr/>
          </p:nvSpPr>
          <p:spPr>
            <a:xfrm>
              <a:off x="7892570" y="2666867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15" name="流程圖: 接點 11">
              <a:extLst>
                <a:ext uri="{FF2B5EF4-FFF2-40B4-BE49-F238E27FC236}">
                  <a16:creationId xmlns:a16="http://schemas.microsoft.com/office/drawing/2014/main" id="{E6931062-FD87-2D4A-B257-BB6C53A595B0}"/>
                </a:ext>
              </a:extLst>
            </p:cNvPr>
            <p:cNvSpPr/>
            <p:nvPr/>
          </p:nvSpPr>
          <p:spPr>
            <a:xfrm>
              <a:off x="7604538" y="2810883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16" name="流程圖: 接點 12">
              <a:extLst>
                <a:ext uri="{FF2B5EF4-FFF2-40B4-BE49-F238E27FC236}">
                  <a16:creationId xmlns:a16="http://schemas.microsoft.com/office/drawing/2014/main" id="{B18955D4-976A-114A-8074-81B658A46A25}"/>
                </a:ext>
              </a:extLst>
            </p:cNvPr>
            <p:cNvSpPr/>
            <p:nvPr/>
          </p:nvSpPr>
          <p:spPr>
            <a:xfrm>
              <a:off x="8180602" y="2666867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17" name="流程圖: 接點 13">
              <a:extLst>
                <a:ext uri="{FF2B5EF4-FFF2-40B4-BE49-F238E27FC236}">
                  <a16:creationId xmlns:a16="http://schemas.microsoft.com/office/drawing/2014/main" id="{A6C0C9E9-AFC0-A241-A9EF-BF4CF13F6CEF}"/>
                </a:ext>
              </a:extLst>
            </p:cNvPr>
            <p:cNvSpPr/>
            <p:nvPr/>
          </p:nvSpPr>
          <p:spPr>
            <a:xfrm>
              <a:off x="7964578" y="2882891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18" name="流程圖: 接點 14">
              <a:extLst>
                <a:ext uri="{FF2B5EF4-FFF2-40B4-BE49-F238E27FC236}">
                  <a16:creationId xmlns:a16="http://schemas.microsoft.com/office/drawing/2014/main" id="{12A41D88-0326-4B45-AC82-54ED8E7503FF}"/>
                </a:ext>
              </a:extLst>
            </p:cNvPr>
            <p:cNvSpPr/>
            <p:nvPr/>
          </p:nvSpPr>
          <p:spPr>
            <a:xfrm>
              <a:off x="7820562" y="3098915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19" name="流程圖: 接點 15">
              <a:extLst>
                <a:ext uri="{FF2B5EF4-FFF2-40B4-BE49-F238E27FC236}">
                  <a16:creationId xmlns:a16="http://schemas.microsoft.com/office/drawing/2014/main" id="{E76E0E1E-1AB1-FC46-8FE0-52784EEBCD89}"/>
                </a:ext>
              </a:extLst>
            </p:cNvPr>
            <p:cNvSpPr/>
            <p:nvPr/>
          </p:nvSpPr>
          <p:spPr>
            <a:xfrm>
              <a:off x="8382910" y="2882891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20" name="流程圖: 接點 16">
              <a:extLst>
                <a:ext uri="{FF2B5EF4-FFF2-40B4-BE49-F238E27FC236}">
                  <a16:creationId xmlns:a16="http://schemas.microsoft.com/office/drawing/2014/main" id="{6FF51098-E1A7-CB45-B1FD-6C657E68E45E}"/>
                </a:ext>
              </a:extLst>
            </p:cNvPr>
            <p:cNvSpPr/>
            <p:nvPr/>
          </p:nvSpPr>
          <p:spPr>
            <a:xfrm>
              <a:off x="8108594" y="3098915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21" name="流程圖: 接點 17">
              <a:extLst>
                <a:ext uri="{FF2B5EF4-FFF2-40B4-BE49-F238E27FC236}">
                  <a16:creationId xmlns:a16="http://schemas.microsoft.com/office/drawing/2014/main" id="{4D434C9C-0A63-B747-A015-2F5ECA07A91C}"/>
                </a:ext>
              </a:extLst>
            </p:cNvPr>
            <p:cNvSpPr/>
            <p:nvPr/>
          </p:nvSpPr>
          <p:spPr>
            <a:xfrm>
              <a:off x="7964578" y="3242931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22" name="乘號 19">
              <a:extLst>
                <a:ext uri="{FF2B5EF4-FFF2-40B4-BE49-F238E27FC236}">
                  <a16:creationId xmlns:a16="http://schemas.microsoft.com/office/drawing/2014/main" id="{BB036643-0650-6242-B8C6-0E39DB0F2014}"/>
                </a:ext>
              </a:extLst>
            </p:cNvPr>
            <p:cNvSpPr/>
            <p:nvPr/>
          </p:nvSpPr>
          <p:spPr>
            <a:xfrm>
              <a:off x="8664084" y="3458955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23" name="乘號 20">
              <a:extLst>
                <a:ext uri="{FF2B5EF4-FFF2-40B4-BE49-F238E27FC236}">
                  <a16:creationId xmlns:a16="http://schemas.microsoft.com/office/drawing/2014/main" id="{FE9DA602-2DB1-714F-A56C-85566DA627B7}"/>
                </a:ext>
              </a:extLst>
            </p:cNvPr>
            <p:cNvSpPr/>
            <p:nvPr/>
          </p:nvSpPr>
          <p:spPr>
            <a:xfrm>
              <a:off x="8736092" y="2641941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24" name="乘號 21">
              <a:extLst>
                <a:ext uri="{FF2B5EF4-FFF2-40B4-BE49-F238E27FC236}">
                  <a16:creationId xmlns:a16="http://schemas.microsoft.com/office/drawing/2014/main" id="{A8565C8D-7803-1B43-863E-2E5C8F47D0C9}"/>
                </a:ext>
              </a:extLst>
            </p:cNvPr>
            <p:cNvSpPr/>
            <p:nvPr/>
          </p:nvSpPr>
          <p:spPr>
            <a:xfrm>
              <a:off x="8880108" y="3026907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25" name="乘號 22">
              <a:extLst>
                <a:ext uri="{FF2B5EF4-FFF2-40B4-BE49-F238E27FC236}">
                  <a16:creationId xmlns:a16="http://schemas.microsoft.com/office/drawing/2014/main" id="{893CD7A2-F65A-D642-B525-8AE6D4478D22}"/>
                </a:ext>
              </a:extLst>
            </p:cNvPr>
            <p:cNvSpPr/>
            <p:nvPr/>
          </p:nvSpPr>
          <p:spPr>
            <a:xfrm>
              <a:off x="8448060" y="2234819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26" name="乘號 23">
              <a:extLst>
                <a:ext uri="{FF2B5EF4-FFF2-40B4-BE49-F238E27FC236}">
                  <a16:creationId xmlns:a16="http://schemas.microsoft.com/office/drawing/2014/main" id="{D2584719-A551-514D-AA1F-6299C5B4DD13}"/>
                </a:ext>
              </a:extLst>
            </p:cNvPr>
            <p:cNvSpPr/>
            <p:nvPr/>
          </p:nvSpPr>
          <p:spPr>
            <a:xfrm>
              <a:off x="7100482" y="3218005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27" name="流程圖: 接點 24">
              <a:extLst>
                <a:ext uri="{FF2B5EF4-FFF2-40B4-BE49-F238E27FC236}">
                  <a16:creationId xmlns:a16="http://schemas.microsoft.com/office/drawing/2014/main" id="{399E9888-0B79-4E4C-8BBD-98A7D20B0B19}"/>
                </a:ext>
              </a:extLst>
            </p:cNvPr>
            <p:cNvSpPr/>
            <p:nvPr/>
          </p:nvSpPr>
          <p:spPr>
            <a:xfrm>
              <a:off x="7532530" y="3098915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28" name="流程圖: 接點 25">
              <a:extLst>
                <a:ext uri="{FF2B5EF4-FFF2-40B4-BE49-F238E27FC236}">
                  <a16:creationId xmlns:a16="http://schemas.microsoft.com/office/drawing/2014/main" id="{5254CF52-B2CE-704F-A193-C5DD292F303A}"/>
                </a:ext>
              </a:extLst>
            </p:cNvPr>
            <p:cNvSpPr/>
            <p:nvPr/>
          </p:nvSpPr>
          <p:spPr>
            <a:xfrm>
              <a:off x="7604538" y="3314939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29" name="流程圖: 接點 26">
              <a:extLst>
                <a:ext uri="{FF2B5EF4-FFF2-40B4-BE49-F238E27FC236}">
                  <a16:creationId xmlns:a16="http://schemas.microsoft.com/office/drawing/2014/main" id="{4F010DF2-90D0-964D-A0FA-AB51784B277A}"/>
                </a:ext>
              </a:extLst>
            </p:cNvPr>
            <p:cNvSpPr/>
            <p:nvPr/>
          </p:nvSpPr>
          <p:spPr>
            <a:xfrm>
              <a:off x="8166886" y="3442338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30" name="流程圖: 接點 27">
              <a:extLst>
                <a:ext uri="{FF2B5EF4-FFF2-40B4-BE49-F238E27FC236}">
                  <a16:creationId xmlns:a16="http://schemas.microsoft.com/office/drawing/2014/main" id="{46F0DFDC-2C76-6E45-AD1A-1645E19F0E3F}"/>
                </a:ext>
              </a:extLst>
            </p:cNvPr>
            <p:cNvSpPr/>
            <p:nvPr/>
          </p:nvSpPr>
          <p:spPr>
            <a:xfrm>
              <a:off x="8382910" y="3226314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pic>
          <p:nvPicPr>
            <p:cNvPr id="31" name="Picture 1">
              <a:extLst>
                <a:ext uri="{FF2B5EF4-FFF2-40B4-BE49-F238E27FC236}">
                  <a16:creationId xmlns:a16="http://schemas.microsoft.com/office/drawing/2014/main" id="{DD264C4F-6DB5-5944-A32F-C1CD4E8EF8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20562" y="4321141"/>
              <a:ext cx="447675" cy="361950"/>
            </a:xfrm>
            <a:prstGeom prst="rect">
              <a:avLst/>
            </a:prstGeom>
            <a:noFill/>
          </p:spPr>
        </p:pic>
        <p:pic>
          <p:nvPicPr>
            <p:cNvPr id="32" name="Picture 3">
              <a:extLst>
                <a:ext uri="{FF2B5EF4-FFF2-40B4-BE49-F238E27FC236}">
                  <a16:creationId xmlns:a16="http://schemas.microsoft.com/office/drawing/2014/main" id="{F19449B5-EEFE-7548-AF49-F6F7EB7925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004735" y="2738875"/>
              <a:ext cx="447675" cy="361950"/>
            </a:xfrm>
            <a:prstGeom prst="rect">
              <a:avLst/>
            </a:prstGeom>
            <a:noFill/>
          </p:spPr>
        </p:pic>
        <p:sp>
          <p:nvSpPr>
            <p:cNvPr id="33" name="乘號 30">
              <a:extLst>
                <a:ext uri="{FF2B5EF4-FFF2-40B4-BE49-F238E27FC236}">
                  <a16:creationId xmlns:a16="http://schemas.microsoft.com/office/drawing/2014/main" id="{2AE100DA-18DE-A64F-9DBF-EA1451F81189}"/>
                </a:ext>
              </a:extLst>
            </p:cNvPr>
            <p:cNvSpPr/>
            <p:nvPr/>
          </p:nvSpPr>
          <p:spPr>
            <a:xfrm>
              <a:off x="7100482" y="3434029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34" name="乘號 31">
              <a:extLst>
                <a:ext uri="{FF2B5EF4-FFF2-40B4-BE49-F238E27FC236}">
                  <a16:creationId xmlns:a16="http://schemas.microsoft.com/office/drawing/2014/main" id="{DB141062-030D-244B-ABAB-0303907ACAC5}"/>
                </a:ext>
              </a:extLst>
            </p:cNvPr>
            <p:cNvSpPr/>
            <p:nvPr/>
          </p:nvSpPr>
          <p:spPr>
            <a:xfrm>
              <a:off x="7676546" y="3866077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35" name="乘號 32">
              <a:extLst>
                <a:ext uri="{FF2B5EF4-FFF2-40B4-BE49-F238E27FC236}">
                  <a16:creationId xmlns:a16="http://schemas.microsoft.com/office/drawing/2014/main" id="{6A644EAA-F222-7F43-A362-47B77987A3EA}"/>
                </a:ext>
              </a:extLst>
            </p:cNvPr>
            <p:cNvSpPr/>
            <p:nvPr/>
          </p:nvSpPr>
          <p:spPr>
            <a:xfrm>
              <a:off x="7172490" y="2666867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36" name="流程圖: 接點 33">
              <a:extLst>
                <a:ext uri="{FF2B5EF4-FFF2-40B4-BE49-F238E27FC236}">
                  <a16:creationId xmlns:a16="http://schemas.microsoft.com/office/drawing/2014/main" id="{AF3F4904-1E7D-7B46-9BD8-524A784B2050}"/>
                </a:ext>
              </a:extLst>
            </p:cNvPr>
            <p:cNvSpPr/>
            <p:nvPr/>
          </p:nvSpPr>
          <p:spPr>
            <a:xfrm>
              <a:off x="7820562" y="3514346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直線接點 35">
              <a:extLst>
                <a:ext uri="{FF2B5EF4-FFF2-40B4-BE49-F238E27FC236}">
                  <a16:creationId xmlns:a16="http://schemas.microsoft.com/office/drawing/2014/main" id="{7EA87F3A-FB10-724C-B5C4-5AAF4E46020C}"/>
                </a:ext>
              </a:extLst>
            </p:cNvPr>
            <p:cNvCxnSpPr/>
            <p:nvPr/>
          </p:nvCxnSpPr>
          <p:spPr>
            <a:xfrm rot="10800000" flipV="1">
              <a:off x="6956466" y="2234819"/>
              <a:ext cx="2160240" cy="1872208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 descr="A close up of a logo&#10;&#10;Description automatically generated">
            <a:extLst>
              <a:ext uri="{FF2B5EF4-FFF2-40B4-BE49-F238E27FC236}">
                <a16:creationId xmlns:a16="http://schemas.microsoft.com/office/drawing/2014/main" id="{7400346C-9F12-3949-A677-04A7CD475AF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3"/>
          <a:stretch/>
        </p:blipFill>
        <p:spPr>
          <a:xfrm>
            <a:off x="3751904" y="1576026"/>
            <a:ext cx="5077040" cy="214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82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Single-Layer neural network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947395D-3C17-454C-BE65-4094CFCC1B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2874" y="1211202"/>
                <a:ext cx="8427060" cy="88006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NNs consist of hidden layers with neurons (i.e., computational units)</a:t>
                </a:r>
              </a:p>
              <a:p>
                <a:r>
                  <a:rPr lang="en-US" dirty="0"/>
                  <a:t>A single </a:t>
                </a:r>
                <a:r>
                  <a:rPr lang="en-US" dirty="0">
                    <a:solidFill>
                      <a:srgbClr val="FF0000"/>
                    </a:solidFill>
                  </a:rPr>
                  <a:t>neuron </a:t>
                </a:r>
                <a:r>
                  <a:rPr lang="en-US" dirty="0"/>
                  <a:t>maps a set of inputs into an output number, or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zh-TW" alt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947395D-3C17-454C-BE65-4094CFCC1B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2874" y="1211202"/>
                <a:ext cx="8427060" cy="880066"/>
              </a:xfrm>
              <a:blipFill>
                <a:blip r:embed="rId3"/>
                <a:stretch>
                  <a:fillRect l="-752" t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DFAEEEB1-D4BF-3D45-8213-56F33414013A}"/>
              </a:ext>
            </a:extLst>
          </p:cNvPr>
          <p:cNvGrpSpPr/>
          <p:nvPr/>
        </p:nvGrpSpPr>
        <p:grpSpPr>
          <a:xfrm>
            <a:off x="352874" y="2704919"/>
            <a:ext cx="6780436" cy="3438713"/>
            <a:chOff x="797141" y="3416027"/>
            <a:chExt cx="7273091" cy="3452631"/>
          </a:xfrm>
        </p:grpSpPr>
        <p:sp>
          <p:nvSpPr>
            <p:cNvPr id="7" name="矩形 25">
              <a:extLst>
                <a:ext uri="{FF2B5EF4-FFF2-40B4-BE49-F238E27FC236}">
                  <a16:creationId xmlns:a16="http://schemas.microsoft.com/office/drawing/2014/main" id="{2B54CCAD-BAC3-5048-9960-0934C471CCE9}"/>
                </a:ext>
              </a:extLst>
            </p:cNvPr>
            <p:cNvSpPr/>
            <p:nvPr/>
          </p:nvSpPr>
          <p:spPr>
            <a:xfrm>
              <a:off x="2076764" y="3546671"/>
              <a:ext cx="622890" cy="221935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單箭頭接點 35">
              <a:extLst>
                <a:ext uri="{FF2B5EF4-FFF2-40B4-BE49-F238E27FC236}">
                  <a16:creationId xmlns:a16="http://schemas.microsoft.com/office/drawing/2014/main" id="{E7A92CF3-887F-0346-B74A-025FDE6DF316}"/>
                </a:ext>
              </a:extLst>
            </p:cNvPr>
            <p:cNvCxnSpPr/>
            <p:nvPr/>
          </p:nvCxnSpPr>
          <p:spPr>
            <a:xfrm flipV="1">
              <a:off x="5691719" y="5049657"/>
              <a:ext cx="804687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3">
              <a:extLst>
                <a:ext uri="{FF2B5EF4-FFF2-40B4-BE49-F238E27FC236}">
                  <a16:creationId xmlns:a16="http://schemas.microsoft.com/office/drawing/2014/main" id="{6DEBB444-CDF2-F042-9AA1-FE1E0BAF2037}"/>
                </a:ext>
              </a:extLst>
            </p:cNvPr>
            <p:cNvSpPr/>
            <p:nvPr/>
          </p:nvSpPr>
          <p:spPr>
            <a:xfrm>
              <a:off x="3766373" y="6071275"/>
              <a:ext cx="596697" cy="58427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4">
              <a:extLst>
                <a:ext uri="{FF2B5EF4-FFF2-40B4-BE49-F238E27FC236}">
                  <a16:creationId xmlns:a16="http://schemas.microsoft.com/office/drawing/2014/main" id="{FB245A21-DC3D-7E48-80F6-5BA76BD6ACB0}"/>
                </a:ext>
              </a:extLst>
            </p:cNvPr>
            <p:cNvSpPr/>
            <p:nvPr/>
          </p:nvSpPr>
          <p:spPr>
            <a:xfrm>
              <a:off x="1092079" y="3458803"/>
              <a:ext cx="596697" cy="280702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" name="直線單箭頭接點 5">
              <a:extLst>
                <a:ext uri="{FF2B5EF4-FFF2-40B4-BE49-F238E27FC236}">
                  <a16:creationId xmlns:a16="http://schemas.microsoft.com/office/drawing/2014/main" id="{DB9F7E6F-3EF3-484A-9084-FC28341CE3CD}"/>
                </a:ext>
              </a:extLst>
            </p:cNvPr>
            <p:cNvCxnSpPr>
              <a:stCxn id="23" idx="3"/>
              <a:endCxn id="35" idx="1"/>
            </p:cNvCxnSpPr>
            <p:nvPr/>
          </p:nvCxnSpPr>
          <p:spPr>
            <a:xfrm flipV="1">
              <a:off x="1681156" y="5060102"/>
              <a:ext cx="2145559" cy="7888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橢圓 6">
              <a:extLst>
                <a:ext uri="{FF2B5EF4-FFF2-40B4-BE49-F238E27FC236}">
                  <a16:creationId xmlns:a16="http://schemas.microsoft.com/office/drawing/2014/main" id="{AD0DC8B1-58A1-CA46-AA26-0D2A385678AD}"/>
                </a:ext>
              </a:extLst>
            </p:cNvPr>
            <p:cNvSpPr/>
            <p:nvPr/>
          </p:nvSpPr>
          <p:spPr>
            <a:xfrm>
              <a:off x="4981287" y="4551196"/>
              <a:ext cx="941612" cy="94161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3" name="Object 12">
                  <a:extLst>
                    <a:ext uri="{FF2B5EF4-FFF2-40B4-BE49-F238E27FC236}">
                      <a16:creationId xmlns:a16="http://schemas.microsoft.com/office/drawing/2014/main" id="{7E8CD944-7B26-4341-B7B2-247D0D56A1B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15095797"/>
                    </p:ext>
                  </p:extLst>
                </p:nvPr>
              </p:nvGraphicFramePr>
              <p:xfrm>
                <a:off x="4510353" y="4662623"/>
                <a:ext cx="352425" cy="35083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4" imgW="126720" imgH="126720" progId="Equation.3">
                        <p:embed/>
                      </p:oleObj>
                    </mc:Choice>
                    <mc:Fallback>
                      <p:oleObj name="方程式" r:id="rId4" imgW="126720" imgH="126720" progId="Equation.3">
                        <p:embed/>
                        <p:pic>
                          <p:nvPicPr>
                            <p:cNvPr id="13" name="Object 12">
                              <a:extLst>
                                <a:ext uri="{FF2B5EF4-FFF2-40B4-BE49-F238E27FC236}">
                                  <a16:creationId xmlns:a16="http://schemas.microsoft.com/office/drawing/2014/main" id="{7E8CD944-7B26-4341-B7B2-247D0D56A1B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10353" y="4662623"/>
                              <a:ext cx="352425" cy="350837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3" name="Object 12">
                  <a:extLst>
                    <a:ext uri="{FF2B5EF4-FFF2-40B4-BE49-F238E27FC236}">
                      <a16:creationId xmlns:a16="http://schemas.microsoft.com/office/drawing/2014/main" id="{7E8CD944-7B26-4341-B7B2-247D0D56A1B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15095797"/>
                    </p:ext>
                  </p:extLst>
                </p:nvPr>
              </p:nvGraphicFramePr>
              <p:xfrm>
                <a:off x="4510353" y="4662623"/>
                <a:ext cx="352425" cy="35083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74" name="方程式" r:id="rId10" imgW="126720" imgH="126720" progId="Equation.3">
                        <p:embed/>
                      </p:oleObj>
                    </mc:Choice>
                    <mc:Fallback>
                      <p:oleObj name="方程式" r:id="rId10" imgW="126720" imgH="126720" progId="Equation.3">
                        <p:embed/>
                        <p:pic>
                          <p:nvPicPr>
                            <p:cNvPr id="72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10353" y="4662623"/>
                              <a:ext cx="352425" cy="350837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4" name="Object 12">
                  <a:extLst>
                    <a:ext uri="{FF2B5EF4-FFF2-40B4-BE49-F238E27FC236}">
                      <a16:creationId xmlns:a16="http://schemas.microsoft.com/office/drawing/2014/main" id="{2DCB3850-2F72-654D-A10B-A9674BCFA68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06198189"/>
                    </p:ext>
                  </p:extLst>
                </p:nvPr>
              </p:nvGraphicFramePr>
              <p:xfrm>
                <a:off x="2134855" y="3567400"/>
                <a:ext cx="493713" cy="5953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12" imgW="177480" imgH="215640" progId="Equation.3">
                        <p:embed/>
                      </p:oleObj>
                    </mc:Choice>
                    <mc:Fallback>
                      <p:oleObj name="方程式" r:id="rId12" imgW="177480" imgH="215640" progId="Equation.3">
                        <p:embed/>
                        <p:pic>
                          <p:nvPicPr>
                            <p:cNvPr id="14" name="Object 12">
                              <a:extLst>
                                <a:ext uri="{FF2B5EF4-FFF2-40B4-BE49-F238E27FC236}">
                                  <a16:creationId xmlns:a16="http://schemas.microsoft.com/office/drawing/2014/main" id="{2DCB3850-2F72-654D-A10B-A9674BCFA68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34855" y="3567400"/>
                              <a:ext cx="493713" cy="59531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4" name="Object 12">
                  <a:extLst>
                    <a:ext uri="{FF2B5EF4-FFF2-40B4-BE49-F238E27FC236}">
                      <a16:creationId xmlns:a16="http://schemas.microsoft.com/office/drawing/2014/main" id="{2DCB3850-2F72-654D-A10B-A9674BCFA68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06198189"/>
                    </p:ext>
                  </p:extLst>
                </p:nvPr>
              </p:nvGraphicFramePr>
              <p:xfrm>
                <a:off x="2134855" y="3567400"/>
                <a:ext cx="493713" cy="5953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75" name="方程式" r:id="rId14" imgW="177480" imgH="215640" progId="Equation.3">
                        <p:embed/>
                      </p:oleObj>
                    </mc:Choice>
                    <mc:Fallback>
                      <p:oleObj name="方程式" r:id="rId14" imgW="177480" imgH="215640" progId="Equation.3">
                        <p:embed/>
                        <p:pic>
                          <p:nvPicPr>
                            <p:cNvPr id="73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34855" y="3567400"/>
                              <a:ext cx="493713" cy="59531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5" name="Object 12">
                  <a:extLst>
                    <a:ext uri="{FF2B5EF4-FFF2-40B4-BE49-F238E27FC236}">
                      <a16:creationId xmlns:a16="http://schemas.microsoft.com/office/drawing/2014/main" id="{549B4FC0-CEA2-2549-BB44-58C03B42A00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48768080"/>
                    </p:ext>
                  </p:extLst>
                </p:nvPr>
              </p:nvGraphicFramePr>
              <p:xfrm>
                <a:off x="2138705" y="4203654"/>
                <a:ext cx="528638" cy="5953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16" imgW="190440" imgH="215640" progId="Equation.3">
                        <p:embed/>
                      </p:oleObj>
                    </mc:Choice>
                    <mc:Fallback>
                      <p:oleObj name="方程式" r:id="rId16" imgW="190440" imgH="215640" progId="Equation.3">
                        <p:embed/>
                        <p:pic>
                          <p:nvPicPr>
                            <p:cNvPr id="15" name="Object 12">
                              <a:extLst>
                                <a:ext uri="{FF2B5EF4-FFF2-40B4-BE49-F238E27FC236}">
                                  <a16:creationId xmlns:a16="http://schemas.microsoft.com/office/drawing/2014/main" id="{549B4FC0-CEA2-2549-BB44-58C03B42A00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38705" y="4203654"/>
                              <a:ext cx="528638" cy="59531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5" name="Object 12">
                  <a:extLst>
                    <a:ext uri="{FF2B5EF4-FFF2-40B4-BE49-F238E27FC236}">
                      <a16:creationId xmlns:a16="http://schemas.microsoft.com/office/drawing/2014/main" id="{549B4FC0-CEA2-2549-BB44-58C03B42A00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48768080"/>
                    </p:ext>
                  </p:extLst>
                </p:nvPr>
              </p:nvGraphicFramePr>
              <p:xfrm>
                <a:off x="2138705" y="4203654"/>
                <a:ext cx="528638" cy="5953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76" name="方程式" r:id="rId18" imgW="190440" imgH="215640" progId="Equation.3">
                        <p:embed/>
                      </p:oleObj>
                    </mc:Choice>
                    <mc:Fallback>
                      <p:oleObj name="方程式" r:id="rId18" imgW="190440" imgH="215640" progId="Equation.3">
                        <p:embed/>
                        <p:pic>
                          <p:nvPicPr>
                            <p:cNvPr id="74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38705" y="4203654"/>
                              <a:ext cx="528638" cy="59531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6" name="Object 12">
                  <a:extLst>
                    <a:ext uri="{FF2B5EF4-FFF2-40B4-BE49-F238E27FC236}">
                      <a16:creationId xmlns:a16="http://schemas.microsoft.com/office/drawing/2014/main" id="{5469B441-CB9E-9C46-B97E-93DCE6FC713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42353839"/>
                    </p:ext>
                  </p:extLst>
                </p:nvPr>
              </p:nvGraphicFramePr>
              <p:xfrm>
                <a:off x="2134855" y="4982504"/>
                <a:ext cx="598487" cy="5953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20" imgW="215640" imgH="215640" progId="Equation.3">
                        <p:embed/>
                      </p:oleObj>
                    </mc:Choice>
                    <mc:Fallback>
                      <p:oleObj name="方程式" r:id="rId20" imgW="215640" imgH="215640" progId="Equation.3">
                        <p:embed/>
                        <p:pic>
                          <p:nvPicPr>
                            <p:cNvPr id="16" name="Object 12">
                              <a:extLst>
                                <a:ext uri="{FF2B5EF4-FFF2-40B4-BE49-F238E27FC236}">
                                  <a16:creationId xmlns:a16="http://schemas.microsoft.com/office/drawing/2014/main" id="{5469B441-CB9E-9C46-B97E-93DCE6FC713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34855" y="4982504"/>
                              <a:ext cx="598487" cy="595312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6" name="Object 12">
                  <a:extLst>
                    <a:ext uri="{FF2B5EF4-FFF2-40B4-BE49-F238E27FC236}">
                      <a16:creationId xmlns:a16="http://schemas.microsoft.com/office/drawing/2014/main" id="{5469B441-CB9E-9C46-B97E-93DCE6FC713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42353839"/>
                    </p:ext>
                  </p:extLst>
                </p:nvPr>
              </p:nvGraphicFramePr>
              <p:xfrm>
                <a:off x="2134855" y="4982504"/>
                <a:ext cx="598487" cy="5953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77" name="方程式" r:id="rId22" imgW="215640" imgH="215640" progId="Equation.3">
                        <p:embed/>
                      </p:oleObj>
                    </mc:Choice>
                    <mc:Fallback>
                      <p:oleObj name="方程式" r:id="rId22" imgW="215640" imgH="215640" progId="Equation.3">
                        <p:embed/>
                        <p:pic>
                          <p:nvPicPr>
                            <p:cNvPr id="75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34855" y="4982504"/>
                              <a:ext cx="598487" cy="595312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17" name="直線單箭頭接點 11">
              <a:extLst>
                <a:ext uri="{FF2B5EF4-FFF2-40B4-BE49-F238E27FC236}">
                  <a16:creationId xmlns:a16="http://schemas.microsoft.com/office/drawing/2014/main" id="{233DACDB-C037-4340-9425-5A5244D90C18}"/>
                </a:ext>
              </a:extLst>
            </p:cNvPr>
            <p:cNvCxnSpPr/>
            <p:nvPr/>
          </p:nvCxnSpPr>
          <p:spPr>
            <a:xfrm flipV="1">
              <a:off x="4168229" y="5029500"/>
              <a:ext cx="804687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2">
              <a:extLst>
                <a:ext uri="{FF2B5EF4-FFF2-40B4-BE49-F238E27FC236}">
                  <a16:creationId xmlns:a16="http://schemas.microsoft.com/office/drawing/2014/main" id="{9263C5D1-6A75-3842-82F8-BD55FE482394}"/>
                </a:ext>
              </a:extLst>
            </p:cNvPr>
            <p:cNvCxnSpPr>
              <a:stCxn id="22" idx="3"/>
              <a:endCxn id="35" idx="1"/>
            </p:cNvCxnSpPr>
            <p:nvPr/>
          </p:nvCxnSpPr>
          <p:spPr>
            <a:xfrm>
              <a:off x="1669125" y="4632846"/>
              <a:ext cx="2157590" cy="4272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3">
              <a:extLst>
                <a:ext uri="{FF2B5EF4-FFF2-40B4-BE49-F238E27FC236}">
                  <a16:creationId xmlns:a16="http://schemas.microsoft.com/office/drawing/2014/main" id="{0FBD17DD-C7FB-CD4C-B84C-36664ACEB378}"/>
                </a:ext>
              </a:extLst>
            </p:cNvPr>
            <p:cNvCxnSpPr>
              <a:endCxn id="35" idx="1"/>
            </p:cNvCxnSpPr>
            <p:nvPr/>
          </p:nvCxnSpPr>
          <p:spPr>
            <a:xfrm>
              <a:off x="1688776" y="3774570"/>
              <a:ext cx="2137939" cy="12855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4">
              <a:extLst>
                <a:ext uri="{FF2B5EF4-FFF2-40B4-BE49-F238E27FC236}">
                  <a16:creationId xmlns:a16="http://schemas.microsoft.com/office/drawing/2014/main" id="{16AA2056-72EC-8646-9345-7D37544EBED9}"/>
                </a:ext>
              </a:extLst>
            </p:cNvPr>
            <p:cNvSpPr txBox="1"/>
            <p:nvPr/>
          </p:nvSpPr>
          <p:spPr>
            <a:xfrm rot="5400000">
              <a:off x="1098929" y="5119785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</a:t>
              </a:r>
              <a:endParaRPr lang="zh-TW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1" name="Object 12">
                  <a:extLst>
                    <a:ext uri="{FF2B5EF4-FFF2-40B4-BE49-F238E27FC236}">
                      <a16:creationId xmlns:a16="http://schemas.microsoft.com/office/drawing/2014/main" id="{B329D02F-718A-BC4C-B099-5E741E82DFF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0071656"/>
                    </p:ext>
                  </p:extLst>
                </p:nvPr>
              </p:nvGraphicFramePr>
              <p:xfrm>
                <a:off x="1173825" y="3416027"/>
                <a:ext cx="495300" cy="630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24" imgW="177480" imgH="228600" progId="Equation.3">
                        <p:embed/>
                      </p:oleObj>
                    </mc:Choice>
                    <mc:Fallback>
                      <p:oleObj name="方程式" r:id="rId24" imgW="177480" imgH="228600" progId="Equation.3">
                        <p:embed/>
                        <p:pic>
                          <p:nvPicPr>
                            <p:cNvPr id="21" name="Object 12">
                              <a:extLst>
                                <a:ext uri="{FF2B5EF4-FFF2-40B4-BE49-F238E27FC236}">
                                  <a16:creationId xmlns:a16="http://schemas.microsoft.com/office/drawing/2014/main" id="{B329D02F-718A-BC4C-B099-5E741E82DFF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73825" y="3416027"/>
                              <a:ext cx="495300" cy="63023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1" name="Object 12">
                  <a:extLst>
                    <a:ext uri="{FF2B5EF4-FFF2-40B4-BE49-F238E27FC236}">
                      <a16:creationId xmlns:a16="http://schemas.microsoft.com/office/drawing/2014/main" id="{B329D02F-718A-BC4C-B099-5E741E82DFF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0071656"/>
                    </p:ext>
                  </p:extLst>
                </p:nvPr>
              </p:nvGraphicFramePr>
              <p:xfrm>
                <a:off x="1173825" y="3416027"/>
                <a:ext cx="495300" cy="630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78" name="方程式" r:id="rId26" imgW="177480" imgH="228600" progId="Equation.3">
                        <p:embed/>
                      </p:oleObj>
                    </mc:Choice>
                    <mc:Fallback>
                      <p:oleObj name="方程式" r:id="rId26" imgW="177480" imgH="228600" progId="Equation.3">
                        <p:embed/>
                        <p:pic>
                          <p:nvPicPr>
                            <p:cNvPr id="8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73825" y="3416027"/>
                              <a:ext cx="495300" cy="63023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2" name="Object 12">
                  <a:extLst>
                    <a:ext uri="{FF2B5EF4-FFF2-40B4-BE49-F238E27FC236}">
                      <a16:creationId xmlns:a16="http://schemas.microsoft.com/office/drawing/2014/main" id="{FC338176-F8AB-304E-B2C2-F257250C78B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55297959"/>
                    </p:ext>
                  </p:extLst>
                </p:nvPr>
              </p:nvGraphicFramePr>
              <p:xfrm>
                <a:off x="1173825" y="4317727"/>
                <a:ext cx="495300" cy="630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28" imgW="177480" imgH="228600" progId="Equation.3">
                        <p:embed/>
                      </p:oleObj>
                    </mc:Choice>
                    <mc:Fallback>
                      <p:oleObj name="方程式" r:id="rId28" imgW="177480" imgH="228600" progId="Equation.3">
                        <p:embed/>
                        <p:pic>
                          <p:nvPicPr>
                            <p:cNvPr id="22" name="Object 12">
                              <a:extLst>
                                <a:ext uri="{FF2B5EF4-FFF2-40B4-BE49-F238E27FC236}">
                                  <a16:creationId xmlns:a16="http://schemas.microsoft.com/office/drawing/2014/main" id="{FC338176-F8AB-304E-B2C2-F257250C78B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73825" y="4317727"/>
                              <a:ext cx="495300" cy="63023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2" name="Object 12">
                  <a:extLst>
                    <a:ext uri="{FF2B5EF4-FFF2-40B4-BE49-F238E27FC236}">
                      <a16:creationId xmlns:a16="http://schemas.microsoft.com/office/drawing/2014/main" id="{FC338176-F8AB-304E-B2C2-F257250C78B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55297959"/>
                    </p:ext>
                  </p:extLst>
                </p:nvPr>
              </p:nvGraphicFramePr>
              <p:xfrm>
                <a:off x="1173825" y="4317727"/>
                <a:ext cx="495300" cy="630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79" name="方程式" r:id="rId30" imgW="177480" imgH="228600" progId="Equation.3">
                        <p:embed/>
                      </p:oleObj>
                    </mc:Choice>
                    <mc:Fallback>
                      <p:oleObj name="方程式" r:id="rId30" imgW="177480" imgH="228600" progId="Equation.3">
                        <p:embed/>
                        <p:pic>
                          <p:nvPicPr>
                            <p:cNvPr id="81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73825" y="4317727"/>
                              <a:ext cx="495300" cy="63023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3" name="Object 12">
                  <a:extLst>
                    <a:ext uri="{FF2B5EF4-FFF2-40B4-BE49-F238E27FC236}">
                      <a16:creationId xmlns:a16="http://schemas.microsoft.com/office/drawing/2014/main" id="{1F5ED238-C45F-284B-A5A0-E15C1C296E2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15547001"/>
                    </p:ext>
                  </p:extLst>
                </p:nvPr>
              </p:nvGraphicFramePr>
              <p:xfrm>
                <a:off x="1147756" y="5533845"/>
                <a:ext cx="533400" cy="630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32" imgW="190440" imgH="228600" progId="Equation.3">
                        <p:embed/>
                      </p:oleObj>
                    </mc:Choice>
                    <mc:Fallback>
                      <p:oleObj name="方程式" r:id="rId32" imgW="190440" imgH="228600" progId="Equation.3">
                        <p:embed/>
                        <p:pic>
                          <p:nvPicPr>
                            <p:cNvPr id="23" name="Object 12">
                              <a:extLst>
                                <a:ext uri="{FF2B5EF4-FFF2-40B4-BE49-F238E27FC236}">
                                  <a16:creationId xmlns:a16="http://schemas.microsoft.com/office/drawing/2014/main" id="{1F5ED238-C45F-284B-A5A0-E15C1C296E2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47756" y="5533845"/>
                              <a:ext cx="533400" cy="63023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3" name="Object 12">
                  <a:extLst>
                    <a:ext uri="{FF2B5EF4-FFF2-40B4-BE49-F238E27FC236}">
                      <a16:creationId xmlns:a16="http://schemas.microsoft.com/office/drawing/2014/main" id="{1F5ED238-C45F-284B-A5A0-E15C1C296E2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15547001"/>
                    </p:ext>
                  </p:extLst>
                </p:nvPr>
              </p:nvGraphicFramePr>
              <p:xfrm>
                <a:off x="1147756" y="5533845"/>
                <a:ext cx="533400" cy="630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80" name="方程式" r:id="rId34" imgW="190440" imgH="228600" progId="Equation.3">
                        <p:embed/>
                      </p:oleObj>
                    </mc:Choice>
                    <mc:Fallback>
                      <p:oleObj name="方程式" r:id="rId34" imgW="190440" imgH="228600" progId="Equation.3">
                        <p:embed/>
                        <p:pic>
                          <p:nvPicPr>
                            <p:cNvPr id="82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47756" y="5533845"/>
                              <a:ext cx="533400" cy="63023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grpSp>
          <p:nvGrpSpPr>
            <p:cNvPr id="24" name="群組 20">
              <a:extLst>
                <a:ext uri="{FF2B5EF4-FFF2-40B4-BE49-F238E27FC236}">
                  <a16:creationId xmlns:a16="http://schemas.microsoft.com/office/drawing/2014/main" id="{6C514A6E-6AEF-9F4F-980D-E81317288AE2}"/>
                </a:ext>
              </a:extLst>
            </p:cNvPr>
            <p:cNvGrpSpPr/>
            <p:nvPr/>
          </p:nvGrpSpPr>
          <p:grpSpPr>
            <a:xfrm>
              <a:off x="3826715" y="4799942"/>
              <a:ext cx="520319" cy="520319"/>
              <a:chOff x="3342651" y="3507082"/>
              <a:chExt cx="520319" cy="520319"/>
            </a:xfrm>
          </p:grpSpPr>
          <p:sp>
            <p:nvSpPr>
              <p:cNvPr id="35" name="矩形 21">
                <a:extLst>
                  <a:ext uri="{FF2B5EF4-FFF2-40B4-BE49-F238E27FC236}">
                    <a16:creationId xmlns:a16="http://schemas.microsoft.com/office/drawing/2014/main" id="{263BBF8A-DB5E-6243-B78D-B4D4F47DA16F}"/>
                  </a:ext>
                </a:extLst>
              </p:cNvPr>
              <p:cNvSpPr/>
              <p:nvPr/>
            </p:nvSpPr>
            <p:spPr>
              <a:xfrm>
                <a:off x="3342651" y="3507082"/>
                <a:ext cx="520319" cy="52031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36" name="Object 12">
                    <a:extLst>
                      <a:ext uri="{FF2B5EF4-FFF2-40B4-BE49-F238E27FC236}">
                        <a16:creationId xmlns:a16="http://schemas.microsoft.com/office/drawing/2014/main" id="{A24C3A68-73EB-5649-8ADB-BD475B439235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435128" y="3545009"/>
                  <a:ext cx="385763" cy="38735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36" imgW="139680" imgH="139680" progId="Equation.3">
                          <p:embed/>
                        </p:oleObj>
                      </mc:Choice>
                      <mc:Fallback>
                        <p:oleObj name="方程式" r:id="rId36" imgW="139680" imgH="139680" progId="Equation.3">
                          <p:embed/>
                          <p:pic>
                            <p:nvPicPr>
                              <p:cNvPr id="36" name="Object 12">
                                <a:extLst>
                                  <a:ext uri="{FF2B5EF4-FFF2-40B4-BE49-F238E27FC236}">
                                    <a16:creationId xmlns:a16="http://schemas.microsoft.com/office/drawing/2014/main" id="{A24C3A68-73EB-5649-8ADB-BD475B439235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7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435128" y="3545009"/>
                                <a:ext cx="385763" cy="387350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36" name="Object 12">
                    <a:extLst>
                      <a:ext uri="{FF2B5EF4-FFF2-40B4-BE49-F238E27FC236}">
                        <a16:creationId xmlns:a16="http://schemas.microsoft.com/office/drawing/2014/main" id="{A24C3A68-73EB-5649-8ADB-BD475B439235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435128" y="3545009"/>
                  <a:ext cx="385763" cy="38735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3081" name="方程式" r:id="rId38" imgW="139680" imgH="139680" progId="Equation.3">
                          <p:embed/>
                        </p:oleObj>
                      </mc:Choice>
                      <mc:Fallback>
                        <p:oleObj name="方程式" r:id="rId38" imgW="139680" imgH="139680" progId="Equation.3">
                          <p:embed/>
                          <p:pic>
                            <p:nvPicPr>
                              <p:cNvPr id="85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9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435128" y="3545009"/>
                                <a:ext cx="385763" cy="387350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5" name="Object 12">
                  <a:extLst>
                    <a:ext uri="{FF2B5EF4-FFF2-40B4-BE49-F238E27FC236}">
                      <a16:creationId xmlns:a16="http://schemas.microsoft.com/office/drawing/2014/main" id="{F134AC77-538F-214C-94E2-5E18C686E05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32555413"/>
                    </p:ext>
                  </p:extLst>
                </p:nvPr>
              </p:nvGraphicFramePr>
              <p:xfrm>
                <a:off x="3884411" y="6153793"/>
                <a:ext cx="354012" cy="4889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40" imgW="126720" imgH="177480" progId="Equation.3">
                        <p:embed/>
                      </p:oleObj>
                    </mc:Choice>
                    <mc:Fallback>
                      <p:oleObj name="方程式" r:id="rId40" imgW="126720" imgH="177480" progId="Equation.3">
                        <p:embed/>
                        <p:pic>
                          <p:nvPicPr>
                            <p:cNvPr id="25" name="Object 12">
                              <a:extLst>
                                <a:ext uri="{FF2B5EF4-FFF2-40B4-BE49-F238E27FC236}">
                                  <a16:creationId xmlns:a16="http://schemas.microsoft.com/office/drawing/2014/main" id="{F134AC77-538F-214C-94E2-5E18C686E05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84411" y="6153793"/>
                              <a:ext cx="354012" cy="488950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5" name="Object 12">
                  <a:extLst>
                    <a:ext uri="{FF2B5EF4-FFF2-40B4-BE49-F238E27FC236}">
                      <a16:creationId xmlns:a16="http://schemas.microsoft.com/office/drawing/2014/main" id="{F134AC77-538F-214C-94E2-5E18C686E05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32555413"/>
                    </p:ext>
                  </p:extLst>
                </p:nvPr>
              </p:nvGraphicFramePr>
              <p:xfrm>
                <a:off x="3884411" y="6153793"/>
                <a:ext cx="354012" cy="4889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82" name="方程式" r:id="rId42" imgW="126720" imgH="177480" progId="Equation.3">
                        <p:embed/>
                      </p:oleObj>
                    </mc:Choice>
                    <mc:Fallback>
                      <p:oleObj name="方程式" r:id="rId42" imgW="126720" imgH="177480" progId="Equation.3">
                        <p:embed/>
                        <p:pic>
                          <p:nvPicPr>
                            <p:cNvPr id="86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84411" y="6153793"/>
                              <a:ext cx="354012" cy="488950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26" name="直線單箭頭接點 24">
              <a:extLst>
                <a:ext uri="{FF2B5EF4-FFF2-40B4-BE49-F238E27FC236}">
                  <a16:creationId xmlns:a16="http://schemas.microsoft.com/office/drawing/2014/main" id="{D8552B53-895B-214F-95D4-539DA10D73AC}"/>
                </a:ext>
              </a:extLst>
            </p:cNvPr>
            <p:cNvCxnSpPr/>
            <p:nvPr/>
          </p:nvCxnSpPr>
          <p:spPr>
            <a:xfrm flipV="1">
              <a:off x="4077922" y="5330705"/>
              <a:ext cx="0" cy="7547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7" name="Object 12">
                  <a:extLst>
                    <a:ext uri="{FF2B5EF4-FFF2-40B4-BE49-F238E27FC236}">
                      <a16:creationId xmlns:a16="http://schemas.microsoft.com/office/drawing/2014/main" id="{3F625805-ED27-8C41-A7C4-4F372193157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61964521"/>
                    </p:ext>
                  </p:extLst>
                </p:nvPr>
              </p:nvGraphicFramePr>
              <p:xfrm>
                <a:off x="5048678" y="4746760"/>
                <a:ext cx="787400" cy="533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44" imgW="317160" imgH="215640" progId="Equation.3">
                        <p:embed/>
                      </p:oleObj>
                    </mc:Choice>
                    <mc:Fallback>
                      <p:oleObj name="方程式" r:id="rId44" imgW="317160" imgH="215640" progId="Equation.3">
                        <p:embed/>
                        <p:pic>
                          <p:nvPicPr>
                            <p:cNvPr id="27" name="Object 12">
                              <a:extLst>
                                <a:ext uri="{FF2B5EF4-FFF2-40B4-BE49-F238E27FC236}">
                                  <a16:creationId xmlns:a16="http://schemas.microsoft.com/office/drawing/2014/main" id="{3F625805-ED27-8C41-A7C4-4F372193157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48678" y="4746760"/>
                              <a:ext cx="787400" cy="533400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7" name="Object 12">
                  <a:extLst>
                    <a:ext uri="{FF2B5EF4-FFF2-40B4-BE49-F238E27FC236}">
                      <a16:creationId xmlns:a16="http://schemas.microsoft.com/office/drawing/2014/main" id="{3F625805-ED27-8C41-A7C4-4F372193157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61964521"/>
                    </p:ext>
                  </p:extLst>
                </p:nvPr>
              </p:nvGraphicFramePr>
              <p:xfrm>
                <a:off x="5048678" y="4746760"/>
                <a:ext cx="787400" cy="533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83" name="方程式" r:id="rId46" imgW="317160" imgH="215640" progId="Equation.3">
                        <p:embed/>
                      </p:oleObj>
                    </mc:Choice>
                    <mc:Fallback>
                      <p:oleObj name="方程式" r:id="rId46" imgW="317160" imgH="215640" progId="Equation.3">
                        <p:embed/>
                        <p:pic>
                          <p:nvPicPr>
                            <p:cNvPr id="88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48678" y="4746760"/>
                              <a:ext cx="787400" cy="533400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8" name="Object 12">
                  <a:extLst>
                    <a:ext uri="{FF2B5EF4-FFF2-40B4-BE49-F238E27FC236}">
                      <a16:creationId xmlns:a16="http://schemas.microsoft.com/office/drawing/2014/main" id="{E94C6475-0548-A148-A559-BDB71694C50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23681578"/>
                    </p:ext>
                  </p:extLst>
                </p:nvPr>
              </p:nvGraphicFramePr>
              <p:xfrm>
                <a:off x="6558236" y="4840374"/>
                <a:ext cx="352425" cy="3857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48" imgW="126720" imgH="139680" progId="Equation.3">
                        <p:embed/>
                      </p:oleObj>
                    </mc:Choice>
                    <mc:Fallback>
                      <p:oleObj name="方程式" r:id="rId48" imgW="126720" imgH="139680" progId="Equation.3">
                        <p:embed/>
                        <p:pic>
                          <p:nvPicPr>
                            <p:cNvPr id="28" name="Object 12">
                              <a:extLst>
                                <a:ext uri="{FF2B5EF4-FFF2-40B4-BE49-F238E27FC236}">
                                  <a16:creationId xmlns:a16="http://schemas.microsoft.com/office/drawing/2014/main" id="{E94C6475-0548-A148-A559-BDB71694C50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558236" y="4840374"/>
                              <a:ext cx="352425" cy="38576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8" name="Object 12">
                  <a:extLst>
                    <a:ext uri="{FF2B5EF4-FFF2-40B4-BE49-F238E27FC236}">
                      <a16:creationId xmlns:a16="http://schemas.microsoft.com/office/drawing/2014/main" id="{E94C6475-0548-A148-A559-BDB71694C50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23681578"/>
                    </p:ext>
                  </p:extLst>
                </p:nvPr>
              </p:nvGraphicFramePr>
              <p:xfrm>
                <a:off x="6558236" y="4840374"/>
                <a:ext cx="352425" cy="3857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84" name="方程式" r:id="rId50" imgW="126720" imgH="139680" progId="Equation.3">
                        <p:embed/>
                      </p:oleObj>
                    </mc:Choice>
                    <mc:Fallback>
                      <p:oleObj name="方程式" r:id="rId50" imgW="126720" imgH="139680" progId="Equation.3">
                        <p:embed/>
                        <p:pic>
                          <p:nvPicPr>
                            <p:cNvPr id="9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558236" y="4840374"/>
                              <a:ext cx="352425" cy="38576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29" name="文字方塊 39">
              <a:extLst>
                <a:ext uri="{FF2B5EF4-FFF2-40B4-BE49-F238E27FC236}">
                  <a16:creationId xmlns:a16="http://schemas.microsoft.com/office/drawing/2014/main" id="{7474A409-090C-234A-ACDF-D3D4D4C24112}"/>
                </a:ext>
              </a:extLst>
            </p:cNvPr>
            <p:cNvSpPr txBox="1"/>
            <p:nvPr/>
          </p:nvSpPr>
          <p:spPr>
            <a:xfrm>
              <a:off x="4570572" y="5553446"/>
              <a:ext cx="18947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00FF"/>
                  </a:solidFill>
                </a:rPr>
                <a:t>Activation function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30" name="文字方塊 38">
              <a:extLst>
                <a:ext uri="{FF2B5EF4-FFF2-40B4-BE49-F238E27FC236}">
                  <a16:creationId xmlns:a16="http://schemas.microsoft.com/office/drawing/2014/main" id="{61CFE9EE-9A6C-1148-A68F-570783A238B8}"/>
                </a:ext>
              </a:extLst>
            </p:cNvPr>
            <p:cNvSpPr txBox="1"/>
            <p:nvPr/>
          </p:nvSpPr>
          <p:spPr>
            <a:xfrm>
              <a:off x="1828135" y="5848964"/>
              <a:ext cx="1346418" cy="834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00FF"/>
                  </a:solidFill>
                </a:rPr>
                <a:t>Weights</a:t>
              </a:r>
            </a:p>
            <a:p>
              <a:pPr algn="ctr"/>
              <a:r>
                <a:rPr lang="en-US" altLang="zh-TW" sz="2400" i="1" dirty="0"/>
                <a:t>(Slope)</a:t>
              </a:r>
              <a:endParaRPr lang="zh-TW" altLang="en-US" sz="2400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4">
                  <a:extLst>
                    <a:ext uri="{FF2B5EF4-FFF2-40B4-BE49-F238E27FC236}">
                      <a16:creationId xmlns:a16="http://schemas.microsoft.com/office/drawing/2014/main" id="{6633BC5A-D247-CA4D-86C0-5EDD84F9AA5E}"/>
                    </a:ext>
                  </a:extLst>
                </p:cNvPr>
                <p:cNvSpPr txBox="1"/>
                <p:nvPr/>
              </p:nvSpPr>
              <p:spPr>
                <a:xfrm>
                  <a:off x="6615988" y="4784048"/>
                  <a:ext cx="145424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TW" altLang="en-US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31" name="文字方塊 34">
                  <a:extLst>
                    <a:ext uri="{FF2B5EF4-FFF2-40B4-BE49-F238E27FC236}">
                      <a16:creationId xmlns:a16="http://schemas.microsoft.com/office/drawing/2014/main" id="{6633BC5A-D247-CA4D-86C0-5EDD84F9AA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5988" y="4784048"/>
                  <a:ext cx="1454244" cy="430887"/>
                </a:xfrm>
                <a:prstGeom prst="rect">
                  <a:avLst/>
                </a:prstGeom>
                <a:blipFill>
                  <a:blip r:embed="rId52"/>
                  <a:stretch>
                    <a:fillRect l="-65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文字方塊 38">
              <a:extLst>
                <a:ext uri="{FF2B5EF4-FFF2-40B4-BE49-F238E27FC236}">
                  <a16:creationId xmlns:a16="http://schemas.microsoft.com/office/drawing/2014/main" id="{5D615C79-0BBF-4E4E-A317-04F835E15551}"/>
                </a:ext>
              </a:extLst>
            </p:cNvPr>
            <p:cNvSpPr txBox="1"/>
            <p:nvPr/>
          </p:nvSpPr>
          <p:spPr>
            <a:xfrm>
              <a:off x="797141" y="6406993"/>
              <a:ext cx="1186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B050"/>
                  </a:solidFill>
                </a:rPr>
                <a:t>input</a:t>
              </a:r>
              <a:endParaRPr lang="zh-TW" altLang="en-US" sz="2400" dirty="0">
                <a:solidFill>
                  <a:srgbClr val="00B050"/>
                </a:solidFill>
              </a:endParaRPr>
            </a:p>
          </p:txBody>
        </p:sp>
        <p:sp>
          <p:nvSpPr>
            <p:cNvPr id="33" name="文字方塊 38">
              <a:extLst>
                <a:ext uri="{FF2B5EF4-FFF2-40B4-BE49-F238E27FC236}">
                  <a16:creationId xmlns:a16="http://schemas.microsoft.com/office/drawing/2014/main" id="{8B610609-D2A1-244E-B015-8C9BDEE92C4D}"/>
                </a:ext>
              </a:extLst>
            </p:cNvPr>
            <p:cNvSpPr txBox="1"/>
            <p:nvPr/>
          </p:nvSpPr>
          <p:spPr>
            <a:xfrm>
              <a:off x="6232977" y="5150562"/>
              <a:ext cx="1186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B050"/>
                  </a:solidFill>
                </a:rPr>
                <a:t>output</a:t>
              </a:r>
              <a:endParaRPr lang="zh-TW" altLang="en-US" sz="2400" dirty="0">
                <a:solidFill>
                  <a:srgbClr val="00B050"/>
                </a:solidFill>
              </a:endParaRPr>
            </a:p>
          </p:txBody>
        </p:sp>
        <p:sp>
          <p:nvSpPr>
            <p:cNvPr id="34" name="文字方塊 14">
              <a:extLst>
                <a:ext uri="{FF2B5EF4-FFF2-40B4-BE49-F238E27FC236}">
                  <a16:creationId xmlns:a16="http://schemas.microsoft.com/office/drawing/2014/main" id="{5BDA64DD-4539-A14B-A083-AAF7C27EEDBB}"/>
                </a:ext>
              </a:extLst>
            </p:cNvPr>
            <p:cNvSpPr txBox="1"/>
            <p:nvPr/>
          </p:nvSpPr>
          <p:spPr>
            <a:xfrm rot="5400000">
              <a:off x="2074455" y="4712314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</a:t>
              </a:r>
              <a:endParaRPr lang="zh-TW" altLang="en-US" sz="28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635DC76-06C6-AB4D-B0FB-31B59859C9AE}"/>
              </a:ext>
            </a:extLst>
          </p:cNvPr>
          <p:cNvSpPr txBox="1"/>
          <p:nvPr/>
        </p:nvSpPr>
        <p:spPr>
          <a:xfrm>
            <a:off x="6959600" y="6578868"/>
            <a:ext cx="22783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Hung-</a:t>
            </a:r>
            <a:r>
              <a:rPr lang="en-US" sz="1000" dirty="0" err="1"/>
              <a:t>yi</a:t>
            </a:r>
            <a:r>
              <a:rPr lang="en-US" sz="1000" dirty="0"/>
              <a:t> Lee – Deep Learning Tutorial</a:t>
            </a:r>
          </a:p>
        </p:txBody>
      </p:sp>
      <p:sp>
        <p:nvSpPr>
          <p:cNvPr id="38" name="文字方塊 38">
            <a:extLst>
              <a:ext uri="{FF2B5EF4-FFF2-40B4-BE49-F238E27FC236}">
                <a16:creationId xmlns:a16="http://schemas.microsoft.com/office/drawing/2014/main" id="{228B26EC-8141-C74A-B3F4-752A058E12DC}"/>
              </a:ext>
            </a:extLst>
          </p:cNvPr>
          <p:cNvSpPr txBox="1"/>
          <p:nvPr/>
        </p:nvSpPr>
        <p:spPr>
          <a:xfrm>
            <a:off x="6831699" y="3062017"/>
            <a:ext cx="2160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chemeClr val="accent3"/>
                </a:solidFill>
              </a:rPr>
              <a:t>Multiple linear regression like</a:t>
            </a:r>
            <a:endParaRPr lang="zh-TW" altLang="en-US" sz="2400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B23D7C-58CF-A27B-42AE-3CC1760D2E40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137449" y="2517184"/>
            <a:ext cx="4292600" cy="6096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6CF17A6-F804-B09E-B974-3363DEBC41A3}"/>
              </a:ext>
            </a:extLst>
          </p:cNvPr>
          <p:cNvSpPr txBox="1"/>
          <p:nvPr/>
        </p:nvSpPr>
        <p:spPr>
          <a:xfrm>
            <a:off x="3677259" y="3024829"/>
            <a:ext cx="3752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b1  +  b2  + … + bk</a:t>
            </a:r>
          </a:p>
        </p:txBody>
      </p:sp>
    </p:spTree>
    <p:extLst>
      <p:ext uri="{BB962C8B-B14F-4D97-AF65-F5344CB8AC3E}">
        <p14:creationId xmlns:p14="http://schemas.microsoft.com/office/powerpoint/2010/main" val="3857939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Multi-Layer neural network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2B4D89-7393-904E-B9EE-028071714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703" y="1235670"/>
            <a:ext cx="8418594" cy="1338197"/>
          </a:xfrm>
        </p:spPr>
        <p:txBody>
          <a:bodyPr/>
          <a:lstStyle/>
          <a:p>
            <a:r>
              <a:rPr lang="en-US" dirty="0"/>
              <a:t>Deep NNs have many hidden layers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Fully-connected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dense</a:t>
            </a:r>
            <a:r>
              <a:rPr lang="en-US" dirty="0"/>
              <a:t>) layers (a.k.a. </a:t>
            </a:r>
            <a:r>
              <a:rPr lang="en-US" dirty="0">
                <a:solidFill>
                  <a:srgbClr val="FF0000"/>
                </a:solidFill>
              </a:rPr>
              <a:t>Multi-Layer Perceptron </a:t>
            </a:r>
            <a:r>
              <a:rPr lang="en-US" dirty="0"/>
              <a:t>or MLP)</a:t>
            </a:r>
          </a:p>
          <a:p>
            <a:pPr lvl="1"/>
            <a:r>
              <a:rPr lang="en-US" dirty="0"/>
              <a:t>Each neuron is connected to all neurons in the succeeding layer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F702E8-71C5-224B-86EF-A0AF6F24DE3F}"/>
              </a:ext>
            </a:extLst>
          </p:cNvPr>
          <p:cNvGrpSpPr/>
          <p:nvPr/>
        </p:nvGrpSpPr>
        <p:grpSpPr>
          <a:xfrm>
            <a:off x="863600" y="2800155"/>
            <a:ext cx="6968066" cy="3333973"/>
            <a:chOff x="1089065" y="3351213"/>
            <a:chExt cx="8126945" cy="3888455"/>
          </a:xfrm>
        </p:grpSpPr>
        <p:sp>
          <p:nvSpPr>
            <p:cNvPr id="6" name="文字方塊 63">
              <a:extLst>
                <a:ext uri="{FF2B5EF4-FFF2-40B4-BE49-F238E27FC236}">
                  <a16:creationId xmlns:a16="http://schemas.microsoft.com/office/drawing/2014/main" id="{95898837-EDE2-8D49-921D-C199214CC791}"/>
                </a:ext>
              </a:extLst>
            </p:cNvPr>
            <p:cNvSpPr txBox="1"/>
            <p:nvPr/>
          </p:nvSpPr>
          <p:spPr>
            <a:xfrm>
              <a:off x="7284570" y="6577993"/>
              <a:ext cx="1931440" cy="430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Output Layer</a:t>
              </a:r>
              <a:endParaRPr lang="zh-TW" altLang="en-US" b="1" dirty="0"/>
            </a:p>
          </p:txBody>
        </p:sp>
        <p:sp>
          <p:nvSpPr>
            <p:cNvPr id="7" name="文字方塊 64">
              <a:extLst>
                <a:ext uri="{FF2B5EF4-FFF2-40B4-BE49-F238E27FC236}">
                  <a16:creationId xmlns:a16="http://schemas.microsoft.com/office/drawing/2014/main" id="{A77E0ADE-D996-F746-86AD-17EEE3C24DA6}"/>
                </a:ext>
              </a:extLst>
            </p:cNvPr>
            <p:cNvSpPr txBox="1"/>
            <p:nvPr/>
          </p:nvSpPr>
          <p:spPr>
            <a:xfrm>
              <a:off x="4114686" y="6808911"/>
              <a:ext cx="2066642" cy="430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Hidden Layers</a:t>
              </a:r>
              <a:endParaRPr lang="zh-TW" altLang="en-US" b="1" dirty="0"/>
            </a:p>
          </p:txBody>
        </p:sp>
        <p:sp>
          <p:nvSpPr>
            <p:cNvPr id="8" name="右大括弧 65">
              <a:extLst>
                <a:ext uri="{FF2B5EF4-FFF2-40B4-BE49-F238E27FC236}">
                  <a16:creationId xmlns:a16="http://schemas.microsoft.com/office/drawing/2014/main" id="{1E8F840C-F329-A644-9236-E093ABCCDDCB}"/>
                </a:ext>
              </a:extLst>
            </p:cNvPr>
            <p:cNvSpPr/>
            <p:nvPr/>
          </p:nvSpPr>
          <p:spPr>
            <a:xfrm rot="5400000">
              <a:off x="4917109" y="4544738"/>
              <a:ext cx="374933" cy="4327216"/>
            </a:xfrm>
            <a:prstGeom prst="rightBrace">
              <a:avLst>
                <a:gd name="adj1" fmla="val 175868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9" name="矩形 58">
              <a:extLst>
                <a:ext uri="{FF2B5EF4-FFF2-40B4-BE49-F238E27FC236}">
                  <a16:creationId xmlns:a16="http://schemas.microsoft.com/office/drawing/2014/main" id="{836FC7D3-8FEF-CB4D-95AB-4396277CB4FD}"/>
                </a:ext>
              </a:extLst>
            </p:cNvPr>
            <p:cNvSpPr/>
            <p:nvPr/>
          </p:nvSpPr>
          <p:spPr>
            <a:xfrm>
              <a:off x="1750404" y="3832997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0" name="文字方塊 59">
              <a:extLst>
                <a:ext uri="{FF2B5EF4-FFF2-40B4-BE49-F238E27FC236}">
                  <a16:creationId xmlns:a16="http://schemas.microsoft.com/office/drawing/2014/main" id="{50B4B082-3DFA-BA41-9507-D57A8A605DAA}"/>
                </a:ext>
              </a:extLst>
            </p:cNvPr>
            <p:cNvSpPr txBox="1"/>
            <p:nvPr/>
          </p:nvSpPr>
          <p:spPr>
            <a:xfrm>
              <a:off x="1089065" y="6577993"/>
              <a:ext cx="1737895" cy="430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Input Layer</a:t>
              </a:r>
              <a:endParaRPr lang="zh-TW" altLang="en-US" b="1" dirty="0"/>
            </a:p>
          </p:txBody>
        </p:sp>
        <p:sp>
          <p:nvSpPr>
            <p:cNvPr id="11" name="文字方塊 6">
              <a:extLst>
                <a:ext uri="{FF2B5EF4-FFF2-40B4-BE49-F238E27FC236}">
                  <a16:creationId xmlns:a16="http://schemas.microsoft.com/office/drawing/2014/main" id="{2329CDB7-F41A-3441-9D85-424B31416421}"/>
                </a:ext>
              </a:extLst>
            </p:cNvPr>
            <p:cNvSpPr txBox="1"/>
            <p:nvPr/>
          </p:nvSpPr>
          <p:spPr>
            <a:xfrm>
              <a:off x="1422919" y="3351213"/>
              <a:ext cx="1134647" cy="430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Input</a:t>
              </a:r>
            </a:p>
          </p:txBody>
        </p:sp>
        <p:sp>
          <p:nvSpPr>
            <p:cNvPr id="12" name="文字方塊 7">
              <a:extLst>
                <a:ext uri="{FF2B5EF4-FFF2-40B4-BE49-F238E27FC236}">
                  <a16:creationId xmlns:a16="http://schemas.microsoft.com/office/drawing/2014/main" id="{4D56C86F-3982-A745-9C45-6A53A85E5522}"/>
                </a:ext>
              </a:extLst>
            </p:cNvPr>
            <p:cNvSpPr txBox="1"/>
            <p:nvPr/>
          </p:nvSpPr>
          <p:spPr>
            <a:xfrm>
              <a:off x="7566960" y="3351213"/>
              <a:ext cx="1134647" cy="430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Output</a:t>
              </a:r>
            </a:p>
          </p:txBody>
        </p:sp>
        <p:cxnSp>
          <p:nvCxnSpPr>
            <p:cNvPr id="13" name="直線單箭頭接點 10">
              <a:extLst>
                <a:ext uri="{FF2B5EF4-FFF2-40B4-BE49-F238E27FC236}">
                  <a16:creationId xmlns:a16="http://schemas.microsoft.com/office/drawing/2014/main" id="{1AEB2014-5852-4641-8C3E-7C83F12A26DA}"/>
                </a:ext>
              </a:extLst>
            </p:cNvPr>
            <p:cNvCxnSpPr/>
            <p:nvPr/>
          </p:nvCxnSpPr>
          <p:spPr>
            <a:xfrm>
              <a:off x="6862678" y="4853776"/>
              <a:ext cx="10185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1">
              <a:extLst>
                <a:ext uri="{FF2B5EF4-FFF2-40B4-BE49-F238E27FC236}">
                  <a16:creationId xmlns:a16="http://schemas.microsoft.com/office/drawing/2014/main" id="{92A5B26A-00A0-C545-9AA6-A6651B42EC8A}"/>
                </a:ext>
              </a:extLst>
            </p:cNvPr>
            <p:cNvCxnSpPr/>
            <p:nvPr/>
          </p:nvCxnSpPr>
          <p:spPr>
            <a:xfrm>
              <a:off x="6971994" y="6099666"/>
              <a:ext cx="9057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2">
              <a:extLst>
                <a:ext uri="{FF2B5EF4-FFF2-40B4-BE49-F238E27FC236}">
                  <a16:creationId xmlns:a16="http://schemas.microsoft.com/office/drawing/2014/main" id="{DE94FE18-942F-654C-AF8B-44281E696DC9}"/>
                </a:ext>
              </a:extLst>
            </p:cNvPr>
            <p:cNvCxnSpPr/>
            <p:nvPr/>
          </p:nvCxnSpPr>
          <p:spPr>
            <a:xfrm>
              <a:off x="6838794" y="4074973"/>
              <a:ext cx="105037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3">
              <a:extLst>
                <a:ext uri="{FF2B5EF4-FFF2-40B4-BE49-F238E27FC236}">
                  <a16:creationId xmlns:a16="http://schemas.microsoft.com/office/drawing/2014/main" id="{79204BA4-52B2-1C47-A6FE-B90DE86160F8}"/>
                </a:ext>
              </a:extLst>
            </p:cNvPr>
            <p:cNvSpPr/>
            <p:nvPr/>
          </p:nvSpPr>
          <p:spPr>
            <a:xfrm>
              <a:off x="1818792" y="455069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7" name="矩形 14">
              <a:extLst>
                <a:ext uri="{FF2B5EF4-FFF2-40B4-BE49-F238E27FC236}">
                  <a16:creationId xmlns:a16="http://schemas.microsoft.com/office/drawing/2014/main" id="{9C2E51B1-78EF-B144-93DE-9F46F6AE81B5}"/>
                </a:ext>
              </a:extLst>
            </p:cNvPr>
            <p:cNvSpPr/>
            <p:nvPr/>
          </p:nvSpPr>
          <p:spPr>
            <a:xfrm>
              <a:off x="1824610" y="3980361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graphicFrame>
          <p:nvGraphicFramePr>
            <p:cNvPr id="18" name="Object 12">
              <a:extLst>
                <a:ext uri="{FF2B5EF4-FFF2-40B4-BE49-F238E27FC236}">
                  <a16:creationId xmlns:a16="http://schemas.microsoft.com/office/drawing/2014/main" id="{6FB100CD-4EAB-7447-8283-16CA18F5FB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1315776"/>
                </p:ext>
              </p:extLst>
            </p:nvPr>
          </p:nvGraphicFramePr>
          <p:xfrm>
            <a:off x="1837309" y="3885111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152280" imgH="215640" progId="Equation.3">
                    <p:embed/>
                  </p:oleObj>
                </mc:Choice>
                <mc:Fallback>
                  <p:oleObj name="方程式" r:id="rId2" imgW="152280" imgH="215640" progId="Equation.3">
                    <p:embed/>
                    <p:pic>
                      <p:nvPicPr>
                        <p:cNvPr id="18" name="Object 12">
                          <a:extLst>
                            <a:ext uri="{FF2B5EF4-FFF2-40B4-BE49-F238E27FC236}">
                              <a16:creationId xmlns:a16="http://schemas.microsoft.com/office/drawing/2014/main" id="{6FB100CD-4EAB-7447-8283-16CA18F5FB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309" y="3885111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2">
              <a:extLst>
                <a:ext uri="{FF2B5EF4-FFF2-40B4-BE49-F238E27FC236}">
                  <a16:creationId xmlns:a16="http://schemas.microsoft.com/office/drawing/2014/main" id="{7FB5A12F-8CF4-214F-B9AF-3D1177EEC7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6252830"/>
                </p:ext>
              </p:extLst>
            </p:nvPr>
          </p:nvGraphicFramePr>
          <p:xfrm>
            <a:off x="1842605" y="4467840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164880" imgH="215640" progId="Equation.3">
                    <p:embed/>
                  </p:oleObj>
                </mc:Choice>
                <mc:Fallback>
                  <p:oleObj name="方程式" r:id="rId4" imgW="164880" imgH="215640" progId="Equation.3">
                    <p:embed/>
                    <p:pic>
                      <p:nvPicPr>
                        <p:cNvPr id="19" name="Object 12">
                          <a:extLst>
                            <a:ext uri="{FF2B5EF4-FFF2-40B4-BE49-F238E27FC236}">
                              <a16:creationId xmlns:a16="http://schemas.microsoft.com/office/drawing/2014/main" id="{7FB5A12F-8CF4-214F-B9AF-3D1177EEC7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2605" y="4467840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群組 77">
              <a:extLst>
                <a:ext uri="{FF2B5EF4-FFF2-40B4-BE49-F238E27FC236}">
                  <a16:creationId xmlns:a16="http://schemas.microsoft.com/office/drawing/2014/main" id="{839B249B-767B-5C4F-B3C4-55CC9E07B128}"/>
                </a:ext>
              </a:extLst>
            </p:cNvPr>
            <p:cNvGrpSpPr/>
            <p:nvPr/>
          </p:nvGrpSpPr>
          <p:grpSpPr>
            <a:xfrm>
              <a:off x="2761079" y="3351213"/>
              <a:ext cx="1134648" cy="3130011"/>
              <a:chOff x="2332137" y="1770729"/>
              <a:chExt cx="1134648" cy="3130011"/>
            </a:xfrm>
          </p:grpSpPr>
          <p:sp>
            <p:nvSpPr>
              <p:cNvPr id="74" name="矩形 60">
                <a:extLst>
                  <a:ext uri="{FF2B5EF4-FFF2-40B4-BE49-F238E27FC236}">
                    <a16:creationId xmlns:a16="http://schemas.microsoft.com/office/drawing/2014/main" id="{423E78DD-B7A5-1044-8FE6-8CB156EC3E72}"/>
                  </a:ext>
                </a:extLst>
              </p:cNvPr>
              <p:cNvSpPr/>
              <p:nvPr/>
            </p:nvSpPr>
            <p:spPr>
              <a:xfrm>
                <a:off x="2504565" y="2224872"/>
                <a:ext cx="746342" cy="267586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5" name="文字方塊 3">
                <a:extLst>
                  <a:ext uri="{FF2B5EF4-FFF2-40B4-BE49-F238E27FC236}">
                    <a16:creationId xmlns:a16="http://schemas.microsoft.com/office/drawing/2014/main" id="{BBE5A1CB-2912-A649-991C-CFAEE45FD2DA}"/>
                  </a:ext>
                </a:extLst>
              </p:cNvPr>
              <p:cNvSpPr txBox="1"/>
              <p:nvPr/>
            </p:nvSpPr>
            <p:spPr>
              <a:xfrm>
                <a:off x="2332137" y="1770729"/>
                <a:ext cx="1134648" cy="430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Layer 1</a:t>
                </a:r>
                <a:endParaRPr lang="zh-TW" altLang="en-US" dirty="0"/>
              </a:p>
            </p:txBody>
          </p:sp>
          <p:sp>
            <p:nvSpPr>
              <p:cNvPr id="76" name="橢圓 17">
                <a:extLst>
                  <a:ext uri="{FF2B5EF4-FFF2-40B4-BE49-F238E27FC236}">
                    <a16:creationId xmlns:a16="http://schemas.microsoft.com/office/drawing/2014/main" id="{84260805-C479-E945-A39D-0858F7B602F9}"/>
                  </a:ext>
                </a:extLst>
              </p:cNvPr>
              <p:cNvSpPr/>
              <p:nvPr/>
            </p:nvSpPr>
            <p:spPr>
              <a:xfrm>
                <a:off x="2601675" y="22358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7" name="橢圓 18">
                <a:extLst>
                  <a:ext uri="{FF2B5EF4-FFF2-40B4-BE49-F238E27FC236}">
                    <a16:creationId xmlns:a16="http://schemas.microsoft.com/office/drawing/2014/main" id="{E9AB2FD3-E3EB-E549-9EFD-A4233EDC761E}"/>
                  </a:ext>
                </a:extLst>
              </p:cNvPr>
              <p:cNvSpPr/>
              <p:nvPr/>
            </p:nvSpPr>
            <p:spPr>
              <a:xfrm>
                <a:off x="2604017" y="301444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8" name="橢圓 19">
                <a:extLst>
                  <a:ext uri="{FF2B5EF4-FFF2-40B4-BE49-F238E27FC236}">
                    <a16:creationId xmlns:a16="http://schemas.microsoft.com/office/drawing/2014/main" id="{C9AE7AEB-CA93-6340-BD7B-3588F2B832FA}"/>
                  </a:ext>
                </a:extLst>
              </p:cNvPr>
              <p:cNvSpPr/>
              <p:nvPr/>
            </p:nvSpPr>
            <p:spPr>
              <a:xfrm>
                <a:off x="2592384" y="4242456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9" name="文字方塊 20">
                <a:extLst>
                  <a:ext uri="{FF2B5EF4-FFF2-40B4-BE49-F238E27FC236}">
                    <a16:creationId xmlns:a16="http://schemas.microsoft.com/office/drawing/2014/main" id="{EADC7844-B21F-F548-B425-643249BDA05A}"/>
                  </a:ext>
                </a:extLst>
              </p:cNvPr>
              <p:cNvSpPr txBox="1"/>
              <p:nvPr/>
            </p:nvSpPr>
            <p:spPr>
              <a:xfrm rot="5400000">
                <a:off x="2589637" y="3693032"/>
                <a:ext cx="769257" cy="466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/>
                  <a:t>……</a:t>
                </a:r>
                <a:endParaRPr lang="zh-TW" altLang="en-US" sz="2000" dirty="0"/>
              </a:p>
            </p:txBody>
          </p:sp>
        </p:grpSp>
        <p:sp>
          <p:nvSpPr>
            <p:cNvPr id="21" name="矩形 21">
              <a:extLst>
                <a:ext uri="{FF2B5EF4-FFF2-40B4-BE49-F238E27FC236}">
                  <a16:creationId xmlns:a16="http://schemas.microsoft.com/office/drawing/2014/main" id="{F0C9879A-FEB4-CE41-86C0-8E17719BA087}"/>
                </a:ext>
              </a:extLst>
            </p:cNvPr>
            <p:cNvSpPr/>
            <p:nvPr/>
          </p:nvSpPr>
          <p:spPr>
            <a:xfrm>
              <a:off x="1828317" y="5948447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graphicFrame>
          <p:nvGraphicFramePr>
            <p:cNvPr id="22" name="Object 12">
              <a:extLst>
                <a:ext uri="{FF2B5EF4-FFF2-40B4-BE49-F238E27FC236}">
                  <a16:creationId xmlns:a16="http://schemas.microsoft.com/office/drawing/2014/main" id="{EA46A302-4EA8-0C4C-B8CC-0FFD91BC45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9358842"/>
                </p:ext>
              </p:extLst>
            </p:nvPr>
          </p:nvGraphicFramePr>
          <p:xfrm>
            <a:off x="1825201" y="5852193"/>
            <a:ext cx="407988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190440" imgH="228600" progId="Equation.3">
                    <p:embed/>
                  </p:oleObj>
                </mc:Choice>
                <mc:Fallback>
                  <p:oleObj name="方程式" r:id="rId6" imgW="190440" imgH="228600" progId="Equation.3">
                    <p:embed/>
                    <p:pic>
                      <p:nvPicPr>
                        <p:cNvPr id="22" name="Object 12">
                          <a:extLst>
                            <a:ext uri="{FF2B5EF4-FFF2-40B4-BE49-F238E27FC236}">
                              <a16:creationId xmlns:a16="http://schemas.microsoft.com/office/drawing/2014/main" id="{EA46A302-4EA8-0C4C-B8CC-0FFD91BC45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5201" y="5852193"/>
                          <a:ext cx="407988" cy="488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文字方塊 23">
              <a:extLst>
                <a:ext uri="{FF2B5EF4-FFF2-40B4-BE49-F238E27FC236}">
                  <a16:creationId xmlns:a16="http://schemas.microsoft.com/office/drawing/2014/main" id="{786E0F3A-C0EC-044F-8D53-DEEB62B24E15}"/>
                </a:ext>
              </a:extLst>
            </p:cNvPr>
            <p:cNvSpPr txBox="1"/>
            <p:nvPr/>
          </p:nvSpPr>
          <p:spPr>
            <a:xfrm rot="5400000">
              <a:off x="1704250" y="5261672"/>
              <a:ext cx="769257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/>
                <a:t>……</a:t>
              </a:r>
              <a:endParaRPr lang="zh-TW" altLang="en-US" sz="2000" dirty="0"/>
            </a:p>
          </p:txBody>
        </p:sp>
        <p:grpSp>
          <p:nvGrpSpPr>
            <p:cNvPr id="24" name="群組 78">
              <a:extLst>
                <a:ext uri="{FF2B5EF4-FFF2-40B4-BE49-F238E27FC236}">
                  <a16:creationId xmlns:a16="http://schemas.microsoft.com/office/drawing/2014/main" id="{D5A9FA76-3CBF-D241-A439-8E2B4F20AAF2}"/>
                </a:ext>
              </a:extLst>
            </p:cNvPr>
            <p:cNvGrpSpPr/>
            <p:nvPr/>
          </p:nvGrpSpPr>
          <p:grpSpPr>
            <a:xfrm>
              <a:off x="4085977" y="3351213"/>
              <a:ext cx="1134648" cy="3113664"/>
              <a:chOff x="3657035" y="1770729"/>
              <a:chExt cx="1134648" cy="3113664"/>
            </a:xfrm>
          </p:grpSpPr>
          <p:sp>
            <p:nvSpPr>
              <p:cNvPr id="68" name="矩形 61">
                <a:extLst>
                  <a:ext uri="{FF2B5EF4-FFF2-40B4-BE49-F238E27FC236}">
                    <a16:creationId xmlns:a16="http://schemas.microsoft.com/office/drawing/2014/main" id="{DEFDAED2-A651-624E-8AF8-E7BF2D048D97}"/>
                  </a:ext>
                </a:extLst>
              </p:cNvPr>
              <p:cNvSpPr/>
              <p:nvPr/>
            </p:nvSpPr>
            <p:spPr>
              <a:xfrm>
                <a:off x="3830151" y="2208525"/>
                <a:ext cx="746342" cy="267586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69" name="文字方塊 4">
                <a:extLst>
                  <a:ext uri="{FF2B5EF4-FFF2-40B4-BE49-F238E27FC236}">
                    <a16:creationId xmlns:a16="http://schemas.microsoft.com/office/drawing/2014/main" id="{589C443A-8B4C-8142-8539-7EF02935A3A8}"/>
                  </a:ext>
                </a:extLst>
              </p:cNvPr>
              <p:cNvSpPr txBox="1"/>
              <p:nvPr/>
            </p:nvSpPr>
            <p:spPr>
              <a:xfrm>
                <a:off x="3657035" y="1770729"/>
                <a:ext cx="1134648" cy="430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Layer 2</a:t>
                </a:r>
                <a:endParaRPr lang="zh-TW" altLang="en-US" dirty="0"/>
              </a:p>
            </p:txBody>
          </p:sp>
          <p:sp>
            <p:nvSpPr>
              <p:cNvPr id="70" name="橢圓 24">
                <a:extLst>
                  <a:ext uri="{FF2B5EF4-FFF2-40B4-BE49-F238E27FC236}">
                    <a16:creationId xmlns:a16="http://schemas.microsoft.com/office/drawing/2014/main" id="{43C55A64-5F82-BA45-A402-0089C9BC76AA}"/>
                  </a:ext>
                </a:extLst>
              </p:cNvPr>
              <p:cNvSpPr/>
              <p:nvPr/>
            </p:nvSpPr>
            <p:spPr>
              <a:xfrm>
                <a:off x="3917237" y="22358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1" name="橢圓 25">
                <a:extLst>
                  <a:ext uri="{FF2B5EF4-FFF2-40B4-BE49-F238E27FC236}">
                    <a16:creationId xmlns:a16="http://schemas.microsoft.com/office/drawing/2014/main" id="{B2A784B6-2CBF-DC41-AC52-4DB395EB2BF6}"/>
                  </a:ext>
                </a:extLst>
              </p:cNvPr>
              <p:cNvSpPr/>
              <p:nvPr/>
            </p:nvSpPr>
            <p:spPr>
              <a:xfrm>
                <a:off x="3919579" y="301444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2" name="橢圓 26">
                <a:extLst>
                  <a:ext uri="{FF2B5EF4-FFF2-40B4-BE49-F238E27FC236}">
                    <a16:creationId xmlns:a16="http://schemas.microsoft.com/office/drawing/2014/main" id="{30E45C53-3269-4D4F-8AF0-D850BDD07176}"/>
                  </a:ext>
                </a:extLst>
              </p:cNvPr>
              <p:cNvSpPr/>
              <p:nvPr/>
            </p:nvSpPr>
            <p:spPr>
              <a:xfrm>
                <a:off x="3907946" y="4242456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3" name="文字方塊 27">
                <a:extLst>
                  <a:ext uri="{FF2B5EF4-FFF2-40B4-BE49-F238E27FC236}">
                    <a16:creationId xmlns:a16="http://schemas.microsoft.com/office/drawing/2014/main" id="{FAAAE3EC-5193-C24C-9FE1-CDD29F660BFD}"/>
                  </a:ext>
                </a:extLst>
              </p:cNvPr>
              <p:cNvSpPr txBox="1"/>
              <p:nvPr/>
            </p:nvSpPr>
            <p:spPr>
              <a:xfrm rot="5400000">
                <a:off x="3905199" y="3693032"/>
                <a:ext cx="769257" cy="466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/>
                  <a:t>……</a:t>
                </a:r>
                <a:endParaRPr lang="zh-TW" altLang="en-US" sz="2000" dirty="0"/>
              </a:p>
            </p:txBody>
          </p:sp>
        </p:grpSp>
        <p:grpSp>
          <p:nvGrpSpPr>
            <p:cNvPr id="25" name="群組 79">
              <a:extLst>
                <a:ext uri="{FF2B5EF4-FFF2-40B4-BE49-F238E27FC236}">
                  <a16:creationId xmlns:a16="http://schemas.microsoft.com/office/drawing/2014/main" id="{72F702A1-9227-1D49-BE0E-92C32CB999C0}"/>
                </a:ext>
              </a:extLst>
            </p:cNvPr>
            <p:cNvGrpSpPr/>
            <p:nvPr/>
          </p:nvGrpSpPr>
          <p:grpSpPr>
            <a:xfrm>
              <a:off x="6297323" y="3351213"/>
              <a:ext cx="1134648" cy="3130011"/>
              <a:chOff x="5868381" y="1770729"/>
              <a:chExt cx="1134648" cy="3130011"/>
            </a:xfrm>
          </p:grpSpPr>
          <p:sp>
            <p:nvSpPr>
              <p:cNvPr id="62" name="矩形 62">
                <a:extLst>
                  <a:ext uri="{FF2B5EF4-FFF2-40B4-BE49-F238E27FC236}">
                    <a16:creationId xmlns:a16="http://schemas.microsoft.com/office/drawing/2014/main" id="{80D3CFB8-9844-594B-8FB9-3CF2E8354DE8}"/>
                  </a:ext>
                </a:extLst>
              </p:cNvPr>
              <p:cNvSpPr/>
              <p:nvPr/>
            </p:nvSpPr>
            <p:spPr>
              <a:xfrm>
                <a:off x="6046929" y="2224872"/>
                <a:ext cx="746342" cy="267586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63" name="文字方塊 5">
                <a:extLst>
                  <a:ext uri="{FF2B5EF4-FFF2-40B4-BE49-F238E27FC236}">
                    <a16:creationId xmlns:a16="http://schemas.microsoft.com/office/drawing/2014/main" id="{C1B4E93C-7EED-FA4D-9BB5-ABC74788AE2A}"/>
                  </a:ext>
                </a:extLst>
              </p:cNvPr>
              <p:cNvSpPr txBox="1"/>
              <p:nvPr/>
            </p:nvSpPr>
            <p:spPr>
              <a:xfrm>
                <a:off x="5868381" y="1770729"/>
                <a:ext cx="1134648" cy="430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Layer L</a:t>
                </a:r>
                <a:endParaRPr lang="zh-TW" altLang="en-US" dirty="0"/>
              </a:p>
            </p:txBody>
          </p:sp>
          <p:sp>
            <p:nvSpPr>
              <p:cNvPr id="64" name="橢圓 28">
                <a:extLst>
                  <a:ext uri="{FF2B5EF4-FFF2-40B4-BE49-F238E27FC236}">
                    <a16:creationId xmlns:a16="http://schemas.microsoft.com/office/drawing/2014/main" id="{FE0388A5-936C-AF4F-97BC-FE7D1E4EEADB}"/>
                  </a:ext>
                </a:extLst>
              </p:cNvPr>
              <p:cNvSpPr/>
              <p:nvPr/>
            </p:nvSpPr>
            <p:spPr>
              <a:xfrm>
                <a:off x="6122773" y="2216766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65" name="橢圓 29">
                <a:extLst>
                  <a:ext uri="{FF2B5EF4-FFF2-40B4-BE49-F238E27FC236}">
                    <a16:creationId xmlns:a16="http://schemas.microsoft.com/office/drawing/2014/main" id="{2716DA03-DD13-CD42-8D18-1581482BD425}"/>
                  </a:ext>
                </a:extLst>
              </p:cNvPr>
              <p:cNvSpPr/>
              <p:nvPr/>
            </p:nvSpPr>
            <p:spPr>
              <a:xfrm>
                <a:off x="6125115" y="2976675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66" name="橢圓 30">
                <a:extLst>
                  <a:ext uri="{FF2B5EF4-FFF2-40B4-BE49-F238E27FC236}">
                    <a16:creationId xmlns:a16="http://schemas.microsoft.com/office/drawing/2014/main" id="{9EA7765C-C051-AB4C-8CC1-3C0CCA7BD127}"/>
                  </a:ext>
                </a:extLst>
              </p:cNvPr>
              <p:cNvSpPr/>
              <p:nvPr/>
            </p:nvSpPr>
            <p:spPr>
              <a:xfrm>
                <a:off x="6132143" y="4223348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67" name="文字方塊 31">
                <a:extLst>
                  <a:ext uri="{FF2B5EF4-FFF2-40B4-BE49-F238E27FC236}">
                    <a16:creationId xmlns:a16="http://schemas.microsoft.com/office/drawing/2014/main" id="{001A601D-78A0-F348-AE4A-9818AEE9CCD8}"/>
                  </a:ext>
                </a:extLst>
              </p:cNvPr>
              <p:cNvSpPr txBox="1"/>
              <p:nvPr/>
            </p:nvSpPr>
            <p:spPr>
              <a:xfrm rot="5400000">
                <a:off x="6129396" y="3670761"/>
                <a:ext cx="769257" cy="466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/>
                  <a:t>……</a:t>
                </a:r>
                <a:endParaRPr lang="zh-TW" altLang="en-US" sz="2000" dirty="0"/>
              </a:p>
            </p:txBody>
          </p:sp>
        </p:grpSp>
        <p:sp>
          <p:nvSpPr>
            <p:cNvPr id="26" name="文字方塊 32">
              <a:extLst>
                <a:ext uri="{FF2B5EF4-FFF2-40B4-BE49-F238E27FC236}">
                  <a16:creationId xmlns:a16="http://schemas.microsoft.com/office/drawing/2014/main" id="{A6968318-5202-AF45-83C7-8E0E7A38FDB9}"/>
                </a:ext>
              </a:extLst>
            </p:cNvPr>
            <p:cNvSpPr txBox="1"/>
            <p:nvPr/>
          </p:nvSpPr>
          <p:spPr>
            <a:xfrm>
              <a:off x="5029065" y="3772346"/>
              <a:ext cx="769257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/>
                <a:t>……</a:t>
              </a:r>
              <a:endParaRPr lang="zh-TW" altLang="en-US" sz="2000" dirty="0"/>
            </a:p>
          </p:txBody>
        </p:sp>
        <p:sp>
          <p:nvSpPr>
            <p:cNvPr id="27" name="文字方塊 33">
              <a:extLst>
                <a:ext uri="{FF2B5EF4-FFF2-40B4-BE49-F238E27FC236}">
                  <a16:creationId xmlns:a16="http://schemas.microsoft.com/office/drawing/2014/main" id="{928602A0-B082-9643-89FC-F52B5FD0D079}"/>
                </a:ext>
              </a:extLst>
            </p:cNvPr>
            <p:cNvSpPr txBox="1"/>
            <p:nvPr/>
          </p:nvSpPr>
          <p:spPr>
            <a:xfrm>
              <a:off x="5036014" y="4533333"/>
              <a:ext cx="769257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/>
                <a:t>……</a:t>
              </a:r>
              <a:endParaRPr lang="zh-TW" altLang="en-US" sz="2000" dirty="0"/>
            </a:p>
          </p:txBody>
        </p:sp>
        <p:sp>
          <p:nvSpPr>
            <p:cNvPr id="28" name="文字方塊 34">
              <a:extLst>
                <a:ext uri="{FF2B5EF4-FFF2-40B4-BE49-F238E27FC236}">
                  <a16:creationId xmlns:a16="http://schemas.microsoft.com/office/drawing/2014/main" id="{44A8F953-6EA7-6C49-95D0-B0FAA9A8BA6D}"/>
                </a:ext>
              </a:extLst>
            </p:cNvPr>
            <p:cNvSpPr txBox="1"/>
            <p:nvPr/>
          </p:nvSpPr>
          <p:spPr>
            <a:xfrm>
              <a:off x="5065030" y="5748668"/>
              <a:ext cx="769257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/>
                <a:t>……</a:t>
              </a:r>
              <a:endParaRPr lang="zh-TW" altLang="en-US" sz="2000" dirty="0"/>
            </a:p>
          </p:txBody>
        </p:sp>
        <p:grpSp>
          <p:nvGrpSpPr>
            <p:cNvPr id="29" name="群組 80">
              <a:extLst>
                <a:ext uri="{FF2B5EF4-FFF2-40B4-BE49-F238E27FC236}">
                  <a16:creationId xmlns:a16="http://schemas.microsoft.com/office/drawing/2014/main" id="{3BB87D22-1FCE-3E4A-94AA-17F1AD994DFE}"/>
                </a:ext>
              </a:extLst>
            </p:cNvPr>
            <p:cNvGrpSpPr/>
            <p:nvPr/>
          </p:nvGrpSpPr>
          <p:grpSpPr>
            <a:xfrm>
              <a:off x="3595484" y="4103437"/>
              <a:ext cx="753037" cy="2259362"/>
              <a:chOff x="3166542" y="2277312"/>
              <a:chExt cx="753037" cy="2259362"/>
            </a:xfrm>
          </p:grpSpPr>
          <p:cxnSp>
            <p:nvCxnSpPr>
              <p:cNvPr id="53" name="直線單箭頭接點 35">
                <a:extLst>
                  <a:ext uri="{FF2B5EF4-FFF2-40B4-BE49-F238E27FC236}">
                    <a16:creationId xmlns:a16="http://schemas.microsoft.com/office/drawing/2014/main" id="{829463A5-B652-BF40-A063-D01C0EC57905}"/>
                  </a:ext>
                </a:extLst>
              </p:cNvPr>
              <p:cNvCxnSpPr>
                <a:stCxn id="76" idx="6"/>
                <a:endCxn id="70" idx="2"/>
              </p:cNvCxnSpPr>
              <p:nvPr/>
            </p:nvCxnSpPr>
            <p:spPr>
              <a:xfrm>
                <a:off x="3175833" y="2277312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單箭頭接點 36">
                <a:extLst>
                  <a:ext uri="{FF2B5EF4-FFF2-40B4-BE49-F238E27FC236}">
                    <a16:creationId xmlns:a16="http://schemas.microsoft.com/office/drawing/2014/main" id="{B85E7BBD-CEAC-9B44-A6F9-9B1430A24941}"/>
                  </a:ext>
                </a:extLst>
              </p:cNvPr>
              <p:cNvCxnSpPr/>
              <p:nvPr/>
            </p:nvCxnSpPr>
            <p:spPr>
              <a:xfrm>
                <a:off x="3175833" y="3314705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單箭頭接點 37">
                <a:extLst>
                  <a:ext uri="{FF2B5EF4-FFF2-40B4-BE49-F238E27FC236}">
                    <a16:creationId xmlns:a16="http://schemas.microsoft.com/office/drawing/2014/main" id="{DBD6036C-14E0-364C-8081-173DD8E4EFA3}"/>
                  </a:ext>
                </a:extLst>
              </p:cNvPr>
              <p:cNvCxnSpPr/>
              <p:nvPr/>
            </p:nvCxnSpPr>
            <p:spPr>
              <a:xfrm>
                <a:off x="3166542" y="4536674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單箭頭接點 38">
                <a:extLst>
                  <a:ext uri="{FF2B5EF4-FFF2-40B4-BE49-F238E27FC236}">
                    <a16:creationId xmlns:a16="http://schemas.microsoft.com/office/drawing/2014/main" id="{57F54A42-D13F-834B-9FED-2986A4653488}"/>
                  </a:ext>
                </a:extLst>
              </p:cNvPr>
              <p:cNvCxnSpPr>
                <a:stCxn id="77" idx="6"/>
                <a:endCxn id="70" idx="2"/>
              </p:cNvCxnSpPr>
              <p:nvPr/>
            </p:nvCxnSpPr>
            <p:spPr>
              <a:xfrm flipV="1">
                <a:off x="3178175" y="2277312"/>
                <a:ext cx="739062" cy="7785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單箭頭接點 39">
                <a:extLst>
                  <a:ext uri="{FF2B5EF4-FFF2-40B4-BE49-F238E27FC236}">
                    <a16:creationId xmlns:a16="http://schemas.microsoft.com/office/drawing/2014/main" id="{87F723B0-0F0E-C243-A297-E8AD5A73AD45}"/>
                  </a:ext>
                </a:extLst>
              </p:cNvPr>
              <p:cNvCxnSpPr>
                <a:stCxn id="76" idx="6"/>
                <a:endCxn id="71" idx="2"/>
              </p:cNvCxnSpPr>
              <p:nvPr/>
            </p:nvCxnSpPr>
            <p:spPr>
              <a:xfrm>
                <a:off x="3175833" y="2277312"/>
                <a:ext cx="743746" cy="7785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單箭頭接點 40">
                <a:extLst>
                  <a:ext uri="{FF2B5EF4-FFF2-40B4-BE49-F238E27FC236}">
                    <a16:creationId xmlns:a16="http://schemas.microsoft.com/office/drawing/2014/main" id="{07BFE47A-8A0F-EE40-9980-96C12064F009}"/>
                  </a:ext>
                </a:extLst>
              </p:cNvPr>
              <p:cNvCxnSpPr>
                <a:stCxn id="76" idx="6"/>
                <a:endCxn id="72" idx="2"/>
              </p:cNvCxnSpPr>
              <p:nvPr/>
            </p:nvCxnSpPr>
            <p:spPr>
              <a:xfrm>
                <a:off x="3175833" y="2277312"/>
                <a:ext cx="732113" cy="200658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單箭頭接點 41">
                <a:extLst>
                  <a:ext uri="{FF2B5EF4-FFF2-40B4-BE49-F238E27FC236}">
                    <a16:creationId xmlns:a16="http://schemas.microsoft.com/office/drawing/2014/main" id="{C6E1BAEA-0F2A-F848-9A68-6827B226B9FC}"/>
                  </a:ext>
                </a:extLst>
              </p:cNvPr>
              <p:cNvCxnSpPr>
                <a:stCxn id="77" idx="6"/>
                <a:endCxn id="72" idx="2"/>
              </p:cNvCxnSpPr>
              <p:nvPr/>
            </p:nvCxnSpPr>
            <p:spPr>
              <a:xfrm>
                <a:off x="3178175" y="3055882"/>
                <a:ext cx="729771" cy="122801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線單箭頭接點 42">
                <a:extLst>
                  <a:ext uri="{FF2B5EF4-FFF2-40B4-BE49-F238E27FC236}">
                    <a16:creationId xmlns:a16="http://schemas.microsoft.com/office/drawing/2014/main" id="{C633959D-9560-9046-B89A-6D56F24D7121}"/>
                  </a:ext>
                </a:extLst>
              </p:cNvPr>
              <p:cNvCxnSpPr>
                <a:stCxn id="78" idx="6"/>
                <a:endCxn id="70" idx="2"/>
              </p:cNvCxnSpPr>
              <p:nvPr/>
            </p:nvCxnSpPr>
            <p:spPr>
              <a:xfrm flipV="1">
                <a:off x="3166542" y="2277312"/>
                <a:ext cx="750695" cy="200658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單箭頭接點 43">
                <a:extLst>
                  <a:ext uri="{FF2B5EF4-FFF2-40B4-BE49-F238E27FC236}">
                    <a16:creationId xmlns:a16="http://schemas.microsoft.com/office/drawing/2014/main" id="{8D9682DC-886D-DD49-A1F7-5DC35431440B}"/>
                  </a:ext>
                </a:extLst>
              </p:cNvPr>
              <p:cNvCxnSpPr>
                <a:stCxn id="78" idx="6"/>
                <a:endCxn id="71" idx="2"/>
              </p:cNvCxnSpPr>
              <p:nvPr/>
            </p:nvCxnSpPr>
            <p:spPr>
              <a:xfrm flipV="1">
                <a:off x="3166542" y="3055882"/>
                <a:ext cx="753037" cy="122801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直線單箭頭接點 44">
              <a:extLst>
                <a:ext uri="{FF2B5EF4-FFF2-40B4-BE49-F238E27FC236}">
                  <a16:creationId xmlns:a16="http://schemas.microsoft.com/office/drawing/2014/main" id="{94674D45-87DE-344C-851E-CB3CAAD945BB}"/>
                </a:ext>
              </a:extLst>
            </p:cNvPr>
            <p:cNvCxnSpPr>
              <a:endCxn id="76" idx="2"/>
            </p:cNvCxnSpPr>
            <p:nvPr/>
          </p:nvCxnSpPr>
          <p:spPr>
            <a:xfrm flipV="1">
              <a:off x="2171217" y="4103437"/>
              <a:ext cx="859400" cy="2999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45">
              <a:extLst>
                <a:ext uri="{FF2B5EF4-FFF2-40B4-BE49-F238E27FC236}">
                  <a16:creationId xmlns:a16="http://schemas.microsoft.com/office/drawing/2014/main" id="{5355EB55-A960-D042-9AF9-5D963E30F355}"/>
                </a:ext>
              </a:extLst>
            </p:cNvPr>
            <p:cNvCxnSpPr>
              <a:stCxn id="17" idx="3"/>
              <a:endCxn id="77" idx="2"/>
            </p:cNvCxnSpPr>
            <p:nvPr/>
          </p:nvCxnSpPr>
          <p:spPr>
            <a:xfrm>
              <a:off x="2167510" y="4151811"/>
              <a:ext cx="865449" cy="7301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46">
              <a:extLst>
                <a:ext uri="{FF2B5EF4-FFF2-40B4-BE49-F238E27FC236}">
                  <a16:creationId xmlns:a16="http://schemas.microsoft.com/office/drawing/2014/main" id="{F63DF23C-72AB-E14A-AD6C-F86911260CE0}"/>
                </a:ext>
              </a:extLst>
            </p:cNvPr>
            <p:cNvCxnSpPr>
              <a:stCxn id="17" idx="3"/>
              <a:endCxn id="78" idx="2"/>
            </p:cNvCxnSpPr>
            <p:nvPr/>
          </p:nvCxnSpPr>
          <p:spPr>
            <a:xfrm>
              <a:off x="2167510" y="4151811"/>
              <a:ext cx="853816" cy="19582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47">
              <a:extLst>
                <a:ext uri="{FF2B5EF4-FFF2-40B4-BE49-F238E27FC236}">
                  <a16:creationId xmlns:a16="http://schemas.microsoft.com/office/drawing/2014/main" id="{6BAEAA49-63DC-0C4B-80D4-8D1F1E09EB0C}"/>
                </a:ext>
              </a:extLst>
            </p:cNvPr>
            <p:cNvCxnSpPr>
              <a:stCxn id="19" idx="3"/>
              <a:endCxn id="76" idx="2"/>
            </p:cNvCxnSpPr>
            <p:nvPr/>
          </p:nvCxnSpPr>
          <p:spPr>
            <a:xfrm flipV="1">
              <a:off x="2195030" y="4103437"/>
              <a:ext cx="835587" cy="5953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48">
              <a:extLst>
                <a:ext uri="{FF2B5EF4-FFF2-40B4-BE49-F238E27FC236}">
                  <a16:creationId xmlns:a16="http://schemas.microsoft.com/office/drawing/2014/main" id="{D77CA06C-11B3-754F-892C-BDC2260B6A28}"/>
                </a:ext>
              </a:extLst>
            </p:cNvPr>
            <p:cNvCxnSpPr>
              <a:stCxn id="16" idx="3"/>
              <a:endCxn id="77" idx="2"/>
            </p:cNvCxnSpPr>
            <p:nvPr/>
          </p:nvCxnSpPr>
          <p:spPr>
            <a:xfrm>
              <a:off x="2161692" y="4722140"/>
              <a:ext cx="871267" cy="1598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49">
              <a:extLst>
                <a:ext uri="{FF2B5EF4-FFF2-40B4-BE49-F238E27FC236}">
                  <a16:creationId xmlns:a16="http://schemas.microsoft.com/office/drawing/2014/main" id="{FBA53F45-D77C-0F47-B69F-6EDA9DA02E97}"/>
                </a:ext>
              </a:extLst>
            </p:cNvPr>
            <p:cNvCxnSpPr>
              <a:stCxn id="16" idx="3"/>
              <a:endCxn id="78" idx="2"/>
            </p:cNvCxnSpPr>
            <p:nvPr/>
          </p:nvCxnSpPr>
          <p:spPr>
            <a:xfrm>
              <a:off x="2161692" y="4722140"/>
              <a:ext cx="859634" cy="1387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50">
              <a:extLst>
                <a:ext uri="{FF2B5EF4-FFF2-40B4-BE49-F238E27FC236}">
                  <a16:creationId xmlns:a16="http://schemas.microsoft.com/office/drawing/2014/main" id="{306199AA-9D95-EB46-9600-AF711AB141D8}"/>
                </a:ext>
              </a:extLst>
            </p:cNvPr>
            <p:cNvCxnSpPr>
              <a:stCxn id="22" idx="3"/>
              <a:endCxn id="76" idx="2"/>
            </p:cNvCxnSpPr>
            <p:nvPr/>
          </p:nvCxnSpPr>
          <p:spPr>
            <a:xfrm flipV="1">
              <a:off x="2233189" y="4103437"/>
              <a:ext cx="797428" cy="19932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51">
              <a:extLst>
                <a:ext uri="{FF2B5EF4-FFF2-40B4-BE49-F238E27FC236}">
                  <a16:creationId xmlns:a16="http://schemas.microsoft.com/office/drawing/2014/main" id="{6D8409D9-DEA3-254A-90E6-67EC99676410}"/>
                </a:ext>
              </a:extLst>
            </p:cNvPr>
            <p:cNvCxnSpPr>
              <a:stCxn id="22" idx="3"/>
              <a:endCxn id="77" idx="2"/>
            </p:cNvCxnSpPr>
            <p:nvPr/>
          </p:nvCxnSpPr>
          <p:spPr>
            <a:xfrm flipV="1">
              <a:off x="2206820" y="4882007"/>
              <a:ext cx="826139" cy="12146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52">
              <a:extLst>
                <a:ext uri="{FF2B5EF4-FFF2-40B4-BE49-F238E27FC236}">
                  <a16:creationId xmlns:a16="http://schemas.microsoft.com/office/drawing/2014/main" id="{5DE42774-FB3B-E842-AAB0-F9D909565495}"/>
                </a:ext>
              </a:extLst>
            </p:cNvPr>
            <p:cNvCxnSpPr>
              <a:stCxn id="22" idx="3"/>
              <a:endCxn id="78" idx="2"/>
            </p:cNvCxnSpPr>
            <p:nvPr/>
          </p:nvCxnSpPr>
          <p:spPr>
            <a:xfrm>
              <a:off x="2206820" y="6096613"/>
              <a:ext cx="814506" cy="134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53">
              <a:extLst>
                <a:ext uri="{FF2B5EF4-FFF2-40B4-BE49-F238E27FC236}">
                  <a16:creationId xmlns:a16="http://schemas.microsoft.com/office/drawing/2014/main" id="{3F39D7B5-4D99-944C-8F4B-BFD4E40232B2}"/>
                </a:ext>
              </a:extLst>
            </p:cNvPr>
            <p:cNvSpPr txBox="1"/>
            <p:nvPr/>
          </p:nvSpPr>
          <p:spPr>
            <a:xfrm rot="5400000">
              <a:off x="7831356" y="5282217"/>
              <a:ext cx="769257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/>
                <a:t>……</a:t>
              </a:r>
              <a:endParaRPr lang="zh-TW" altLang="en-US" sz="2000" dirty="0"/>
            </a:p>
          </p:txBody>
        </p:sp>
        <p:sp>
          <p:nvSpPr>
            <p:cNvPr id="40" name="文字方塊 54">
              <a:extLst>
                <a:ext uri="{FF2B5EF4-FFF2-40B4-BE49-F238E27FC236}">
                  <a16:creationId xmlns:a16="http://schemas.microsoft.com/office/drawing/2014/main" id="{038CF0E3-6E34-5344-A206-33F8C85DCB3A}"/>
                </a:ext>
              </a:extLst>
            </p:cNvPr>
            <p:cNvSpPr txBox="1"/>
            <p:nvPr/>
          </p:nvSpPr>
          <p:spPr>
            <a:xfrm>
              <a:off x="7900449" y="3735113"/>
              <a:ext cx="631069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i="1" dirty="0"/>
                <a:t>y</a:t>
              </a:r>
              <a:r>
                <a:rPr lang="en-US" altLang="zh-TW" sz="2000" baseline="-25000" dirty="0"/>
                <a:t>1</a:t>
              </a:r>
              <a:endParaRPr lang="zh-TW" altLang="en-US" sz="2000" baseline="-25000" dirty="0"/>
            </a:p>
          </p:txBody>
        </p:sp>
        <p:sp>
          <p:nvSpPr>
            <p:cNvPr id="41" name="文字方塊 55">
              <a:extLst>
                <a:ext uri="{FF2B5EF4-FFF2-40B4-BE49-F238E27FC236}">
                  <a16:creationId xmlns:a16="http://schemas.microsoft.com/office/drawing/2014/main" id="{304AB40A-22F3-4945-BF77-FAE0372A1479}"/>
                </a:ext>
              </a:extLst>
            </p:cNvPr>
            <p:cNvSpPr txBox="1"/>
            <p:nvPr/>
          </p:nvSpPr>
          <p:spPr>
            <a:xfrm>
              <a:off x="7889166" y="4533333"/>
              <a:ext cx="631069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i="1" dirty="0"/>
                <a:t>y</a:t>
              </a:r>
              <a:r>
                <a:rPr lang="en-US" altLang="zh-TW" sz="2000" baseline="-25000" dirty="0"/>
                <a:t>2</a:t>
              </a:r>
              <a:endParaRPr lang="zh-TW" altLang="en-US" sz="2000" baseline="-25000" dirty="0"/>
            </a:p>
          </p:txBody>
        </p:sp>
        <p:sp>
          <p:nvSpPr>
            <p:cNvPr id="42" name="文字方塊 56">
              <a:extLst>
                <a:ext uri="{FF2B5EF4-FFF2-40B4-BE49-F238E27FC236}">
                  <a16:creationId xmlns:a16="http://schemas.microsoft.com/office/drawing/2014/main" id="{818B3B2A-3CA8-9F47-934C-7B0F738B47C7}"/>
                </a:ext>
              </a:extLst>
            </p:cNvPr>
            <p:cNvSpPr txBox="1"/>
            <p:nvPr/>
          </p:nvSpPr>
          <p:spPr>
            <a:xfrm>
              <a:off x="7889166" y="5799565"/>
              <a:ext cx="631069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i="1" dirty="0" err="1"/>
                <a:t>y</a:t>
              </a:r>
              <a:r>
                <a:rPr lang="en-US" altLang="zh-TW" sz="2000" baseline="-25000" dirty="0" err="1"/>
                <a:t>M</a:t>
              </a:r>
              <a:endParaRPr lang="zh-TW" altLang="en-US" sz="2000" baseline="-25000" dirty="0"/>
            </a:p>
          </p:txBody>
        </p:sp>
        <p:grpSp>
          <p:nvGrpSpPr>
            <p:cNvPr id="43" name="群組 81">
              <a:extLst>
                <a:ext uri="{FF2B5EF4-FFF2-40B4-BE49-F238E27FC236}">
                  <a16:creationId xmlns:a16="http://schemas.microsoft.com/office/drawing/2014/main" id="{3932119A-E1C8-E34A-850E-EDA471390849}"/>
                </a:ext>
              </a:extLst>
            </p:cNvPr>
            <p:cNvGrpSpPr/>
            <p:nvPr/>
          </p:nvGrpSpPr>
          <p:grpSpPr>
            <a:xfrm>
              <a:off x="5786036" y="4096298"/>
              <a:ext cx="753037" cy="2013721"/>
              <a:chOff x="5357094" y="2515814"/>
              <a:chExt cx="753037" cy="2013721"/>
            </a:xfrm>
          </p:grpSpPr>
          <p:cxnSp>
            <p:nvCxnSpPr>
              <p:cNvPr id="44" name="直線單箭頭接點 66">
                <a:extLst>
                  <a:ext uri="{FF2B5EF4-FFF2-40B4-BE49-F238E27FC236}">
                    <a16:creationId xmlns:a16="http://schemas.microsoft.com/office/drawing/2014/main" id="{D6C3EB1D-4447-3743-B1EA-AE73B8E4E4C2}"/>
                  </a:ext>
                </a:extLst>
              </p:cNvPr>
              <p:cNvCxnSpPr/>
              <p:nvPr/>
            </p:nvCxnSpPr>
            <p:spPr>
              <a:xfrm>
                <a:off x="5366385" y="2515814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單箭頭接點 69">
                <a:extLst>
                  <a:ext uri="{FF2B5EF4-FFF2-40B4-BE49-F238E27FC236}">
                    <a16:creationId xmlns:a16="http://schemas.microsoft.com/office/drawing/2014/main" id="{D81262B3-A93E-8A42-A76E-A94C0691A165}"/>
                  </a:ext>
                </a:extLst>
              </p:cNvPr>
              <p:cNvCxnSpPr/>
              <p:nvPr/>
            </p:nvCxnSpPr>
            <p:spPr>
              <a:xfrm>
                <a:off x="5366385" y="3307566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單箭頭接點 70">
                <a:extLst>
                  <a:ext uri="{FF2B5EF4-FFF2-40B4-BE49-F238E27FC236}">
                    <a16:creationId xmlns:a16="http://schemas.microsoft.com/office/drawing/2014/main" id="{8D5019C3-91B4-DE41-8E3A-177E6930C946}"/>
                  </a:ext>
                </a:extLst>
              </p:cNvPr>
              <p:cNvCxnSpPr/>
              <p:nvPr/>
            </p:nvCxnSpPr>
            <p:spPr>
              <a:xfrm>
                <a:off x="5357094" y="4529535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單箭頭接點 71">
                <a:extLst>
                  <a:ext uri="{FF2B5EF4-FFF2-40B4-BE49-F238E27FC236}">
                    <a16:creationId xmlns:a16="http://schemas.microsoft.com/office/drawing/2014/main" id="{5F525EF5-B74E-F54E-B511-94CB73C311CB}"/>
                  </a:ext>
                </a:extLst>
              </p:cNvPr>
              <p:cNvCxnSpPr/>
              <p:nvPr/>
            </p:nvCxnSpPr>
            <p:spPr>
              <a:xfrm flipV="1">
                <a:off x="5368727" y="2515814"/>
                <a:ext cx="739062" cy="7785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單箭頭接點 72">
                <a:extLst>
                  <a:ext uri="{FF2B5EF4-FFF2-40B4-BE49-F238E27FC236}">
                    <a16:creationId xmlns:a16="http://schemas.microsoft.com/office/drawing/2014/main" id="{147C5D98-5B05-0D4C-A3F7-3B4B59E950DB}"/>
                  </a:ext>
                </a:extLst>
              </p:cNvPr>
              <p:cNvCxnSpPr/>
              <p:nvPr/>
            </p:nvCxnSpPr>
            <p:spPr>
              <a:xfrm>
                <a:off x="5366385" y="2515814"/>
                <a:ext cx="743746" cy="7785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單箭頭接點 73">
                <a:extLst>
                  <a:ext uri="{FF2B5EF4-FFF2-40B4-BE49-F238E27FC236}">
                    <a16:creationId xmlns:a16="http://schemas.microsoft.com/office/drawing/2014/main" id="{C3659353-5CAA-8A44-814B-CC3B30B4AA9C}"/>
                  </a:ext>
                </a:extLst>
              </p:cNvPr>
              <p:cNvCxnSpPr/>
              <p:nvPr/>
            </p:nvCxnSpPr>
            <p:spPr>
              <a:xfrm>
                <a:off x="5366385" y="2515814"/>
                <a:ext cx="732113" cy="200658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單箭頭接點 74">
                <a:extLst>
                  <a:ext uri="{FF2B5EF4-FFF2-40B4-BE49-F238E27FC236}">
                    <a16:creationId xmlns:a16="http://schemas.microsoft.com/office/drawing/2014/main" id="{4C83E086-C3F7-5142-8625-47ECD865A228}"/>
                  </a:ext>
                </a:extLst>
              </p:cNvPr>
              <p:cNvCxnSpPr/>
              <p:nvPr/>
            </p:nvCxnSpPr>
            <p:spPr>
              <a:xfrm>
                <a:off x="5368727" y="3294384"/>
                <a:ext cx="729771" cy="122801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75">
                <a:extLst>
                  <a:ext uri="{FF2B5EF4-FFF2-40B4-BE49-F238E27FC236}">
                    <a16:creationId xmlns:a16="http://schemas.microsoft.com/office/drawing/2014/main" id="{BF07EC41-EEB2-A847-AFCA-8ED9F576A95C}"/>
                  </a:ext>
                </a:extLst>
              </p:cNvPr>
              <p:cNvCxnSpPr/>
              <p:nvPr/>
            </p:nvCxnSpPr>
            <p:spPr>
              <a:xfrm flipV="1">
                <a:off x="5357094" y="2515814"/>
                <a:ext cx="750695" cy="200658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單箭頭接點 76">
                <a:extLst>
                  <a:ext uri="{FF2B5EF4-FFF2-40B4-BE49-F238E27FC236}">
                    <a16:creationId xmlns:a16="http://schemas.microsoft.com/office/drawing/2014/main" id="{4E203C0A-BD28-FB42-8560-2D0B02CCF9DB}"/>
                  </a:ext>
                </a:extLst>
              </p:cNvPr>
              <p:cNvCxnSpPr/>
              <p:nvPr/>
            </p:nvCxnSpPr>
            <p:spPr>
              <a:xfrm flipV="1">
                <a:off x="5357094" y="3294384"/>
                <a:ext cx="753037" cy="122801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EB69BCD-B39A-BF4C-92A0-6A15DE7EFB29}"/>
              </a:ext>
            </a:extLst>
          </p:cNvPr>
          <p:cNvSpPr txBox="1"/>
          <p:nvPr/>
        </p:nvSpPr>
        <p:spPr>
          <a:xfrm>
            <a:off x="6959600" y="6578868"/>
            <a:ext cx="22783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Hung-</a:t>
            </a:r>
            <a:r>
              <a:rPr lang="en-US" sz="1000" dirty="0" err="1"/>
              <a:t>yi</a:t>
            </a:r>
            <a:r>
              <a:rPr lang="en-US" sz="1000" dirty="0"/>
              <a:t> Lee – Deep Learning Tutorial</a:t>
            </a:r>
          </a:p>
        </p:txBody>
      </p:sp>
    </p:spTree>
    <p:extLst>
      <p:ext uri="{BB962C8B-B14F-4D97-AF65-F5344CB8AC3E}">
        <p14:creationId xmlns:p14="http://schemas.microsoft.com/office/powerpoint/2010/main" val="706610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0157B-A0E6-55F7-24C7-F5D2DAD02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604866-0924-05EB-226F-19390AE93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6976"/>
            <a:ext cx="3370217" cy="2467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778CFC-9CBE-7598-13C2-3978FA5FD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64" y="2574296"/>
            <a:ext cx="3810907" cy="27337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25E8B8-9088-B615-9559-F3B9CB373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835" y="4580251"/>
            <a:ext cx="3775165" cy="1998617"/>
          </a:xfrm>
          <a:prstGeom prst="rect">
            <a:avLst/>
          </a:prstGeom>
        </p:spPr>
      </p:pic>
      <p:pic>
        <p:nvPicPr>
          <p:cNvPr id="7" name="Picture 2" descr="Understanding the Structure of Neural Networks | by savannah logan |  Becoming Human: Artificial Intelligence Magazine">
            <a:extLst>
              <a:ext uri="{FF2B5EF4-FFF2-40B4-BE49-F238E27FC236}">
                <a16:creationId xmlns:a16="http://schemas.microsoft.com/office/drawing/2014/main" id="{8B2A368A-25A1-B781-A39D-CFD1F42A5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299" y="2481963"/>
            <a:ext cx="5381181" cy="287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BEE400-8955-E7E4-C7FC-0D1BE6931BC4}"/>
              </a:ext>
            </a:extLst>
          </p:cNvPr>
          <p:cNvSpPr txBox="1"/>
          <p:nvPr/>
        </p:nvSpPr>
        <p:spPr>
          <a:xfrm>
            <a:off x="342900" y="3514785"/>
            <a:ext cx="134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Raw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8B9F4E-FD17-85FF-7621-65AA382FF856}"/>
              </a:ext>
            </a:extLst>
          </p:cNvPr>
          <p:cNvSpPr txBox="1"/>
          <p:nvPr/>
        </p:nvSpPr>
        <p:spPr>
          <a:xfrm>
            <a:off x="6865480" y="4175067"/>
            <a:ext cx="2443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processed outputs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7A6EA4-40E3-E047-E5B3-A6114A7F95CF}"/>
              </a:ext>
            </a:extLst>
          </p:cNvPr>
          <p:cNvSpPr txBox="1"/>
          <p:nvPr/>
        </p:nvSpPr>
        <p:spPr>
          <a:xfrm>
            <a:off x="2619596" y="5268001"/>
            <a:ext cx="296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neural network pipeline</a:t>
            </a:r>
          </a:p>
        </p:txBody>
      </p:sp>
    </p:spTree>
    <p:extLst>
      <p:ext uri="{BB962C8B-B14F-4D97-AF65-F5344CB8AC3E}">
        <p14:creationId xmlns:p14="http://schemas.microsoft.com/office/powerpoint/2010/main" val="135101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1068"/>
            <a:ext cx="8229600" cy="1282315"/>
          </a:xfrm>
        </p:spPr>
        <p:txBody>
          <a:bodyPr/>
          <a:lstStyle/>
          <a:p>
            <a:pPr marL="342900" indent="-342900" algn="l" fontAlgn="base">
              <a:buFontTx/>
              <a:buChar char="-"/>
            </a:pPr>
            <a:r>
              <a:rPr lang="en-GB" b="0" i="0" dirty="0">
                <a:effectLst/>
                <a:latin typeface="urw-din"/>
              </a:rPr>
              <a:t>The activation function controls the flow of numbers between layers</a:t>
            </a:r>
          </a:p>
          <a:p>
            <a:pPr marL="342900" indent="-342900" algn="l" fontAlgn="base">
              <a:buFontTx/>
              <a:buChar char="-"/>
            </a:pPr>
            <a:r>
              <a:rPr lang="en-GB" dirty="0">
                <a:latin typeface="urw-din"/>
              </a:rPr>
              <a:t>A</a:t>
            </a:r>
            <a:r>
              <a:rPr lang="en-GB" b="0" i="0" dirty="0">
                <a:effectLst/>
                <a:latin typeface="urw-din"/>
              </a:rPr>
              <a:t>ctivation function also introduce non-linearity into the output of a neuron. </a:t>
            </a:r>
            <a:endParaRPr lang="en-US" b="0" i="0" dirty="0">
              <a:effectLst/>
              <a:latin typeface="urw-din"/>
            </a:endParaRPr>
          </a:p>
          <a:p>
            <a:pPr algn="l" fontAlgn="base"/>
            <a:endParaRPr lang="en-US" dirty="0">
              <a:latin typeface="urw-din"/>
            </a:endParaRPr>
          </a:p>
          <a:p>
            <a:pPr algn="l" fontAlgn="base"/>
            <a:endParaRPr lang="en-US" b="0" i="0" dirty="0">
              <a:effectLst/>
              <a:latin typeface="urw-din"/>
            </a:endParaRPr>
          </a:p>
          <a:p>
            <a:pPr algn="l" fontAlgn="base"/>
            <a:endParaRPr lang="en-US" dirty="0">
              <a:latin typeface="urw-din"/>
            </a:endParaRPr>
          </a:p>
          <a:p>
            <a:pPr algn="l" fontAlgn="base"/>
            <a:endParaRPr lang="en-GB" b="0" i="0" dirty="0">
              <a:effectLst/>
              <a:latin typeface="urw-din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406C3B-FC58-C247-831E-3E3774ED123A}"/>
              </a:ext>
            </a:extLst>
          </p:cNvPr>
          <p:cNvGrpSpPr/>
          <p:nvPr/>
        </p:nvGrpSpPr>
        <p:grpSpPr>
          <a:xfrm>
            <a:off x="1132081" y="3150090"/>
            <a:ext cx="6750385" cy="3414566"/>
            <a:chOff x="708748" y="2734072"/>
            <a:chExt cx="9072980" cy="4589410"/>
          </a:xfrm>
        </p:grpSpPr>
        <p:grpSp>
          <p:nvGrpSpPr>
            <p:cNvPr id="5" name="群組 2">
              <a:extLst>
                <a:ext uri="{FF2B5EF4-FFF2-40B4-BE49-F238E27FC236}">
                  <a16:creationId xmlns:a16="http://schemas.microsoft.com/office/drawing/2014/main" id="{E49BA76C-E3E2-9744-A639-3724A653B5BA}"/>
                </a:ext>
              </a:extLst>
            </p:cNvPr>
            <p:cNvGrpSpPr/>
            <p:nvPr/>
          </p:nvGrpSpPr>
          <p:grpSpPr>
            <a:xfrm>
              <a:off x="6066603" y="3348264"/>
              <a:ext cx="3715125" cy="2924768"/>
              <a:chOff x="3243633" y="2586455"/>
              <a:chExt cx="5010018" cy="3980059"/>
            </a:xfrm>
          </p:grpSpPr>
          <p:sp>
            <p:nvSpPr>
              <p:cNvPr id="39" name="圓角矩形圖說文字 136">
                <a:extLst>
                  <a:ext uri="{FF2B5EF4-FFF2-40B4-BE49-F238E27FC236}">
                    <a16:creationId xmlns:a16="http://schemas.microsoft.com/office/drawing/2014/main" id="{D10FE961-04C5-AC4D-85AC-91EFAF1555A9}"/>
                  </a:ext>
                </a:extLst>
              </p:cNvPr>
              <p:cNvSpPr/>
              <p:nvPr/>
            </p:nvSpPr>
            <p:spPr>
              <a:xfrm>
                <a:off x="3243633" y="3787090"/>
                <a:ext cx="4802430" cy="2779424"/>
              </a:xfrm>
              <a:prstGeom prst="wedgeRoundRectCallout">
                <a:avLst>
                  <a:gd name="adj1" fmla="val -91877"/>
                  <a:gd name="adj2" fmla="val -52167"/>
                  <a:gd name="adj3" fmla="val 16667"/>
                </a:avLst>
              </a:prstGeom>
              <a:solidFill>
                <a:schemeClr val="bg1"/>
              </a:solidFill>
              <a:ln w="381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grpSp>
            <p:nvGrpSpPr>
              <p:cNvPr id="40" name="群組 3">
                <a:extLst>
                  <a:ext uri="{FF2B5EF4-FFF2-40B4-BE49-F238E27FC236}">
                    <a16:creationId xmlns:a16="http://schemas.microsoft.com/office/drawing/2014/main" id="{D2EFD3D3-9B23-A341-A098-86D0346ED671}"/>
                  </a:ext>
                </a:extLst>
              </p:cNvPr>
              <p:cNvGrpSpPr/>
              <p:nvPr/>
            </p:nvGrpSpPr>
            <p:grpSpPr>
              <a:xfrm>
                <a:off x="4469208" y="4868160"/>
                <a:ext cx="2403948" cy="1542918"/>
                <a:chOff x="2621906" y="4793796"/>
                <a:chExt cx="2403948" cy="1542918"/>
              </a:xfrm>
            </p:grpSpPr>
            <p:pic>
              <p:nvPicPr>
                <p:cNvPr id="43" name="圖片 4">
                  <a:extLst>
                    <a:ext uri="{FF2B5EF4-FFF2-40B4-BE49-F238E27FC236}">
                      <a16:creationId xmlns:a16="http://schemas.microsoft.com/office/drawing/2014/main" id="{B81E4878-CE6F-BF44-A80A-45371F641D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621906" y="4826698"/>
                  <a:ext cx="2112458" cy="151001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4" name="Object 12">
                      <a:extLst>
                        <a:ext uri="{FF2B5EF4-FFF2-40B4-BE49-F238E27FC236}">
                          <a16:creationId xmlns:a16="http://schemas.microsoft.com/office/drawing/2014/main" id="{83FB9BB7-E1DA-7F42-BEEC-312931D1A880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541073222"/>
                        </p:ext>
                      </p:extLst>
                    </p:nvPr>
                  </p:nvGraphicFramePr>
                  <p:xfrm>
                    <a:off x="2820635" y="4793796"/>
                    <a:ext cx="624114" cy="426253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方程式" r:id="rId3" imgW="317160" imgH="215640" progId="Equation.3">
                            <p:embed/>
                          </p:oleObj>
                        </mc:Choice>
                        <mc:Fallback>
                          <p:oleObj name="方程式" r:id="rId3" imgW="317160" imgH="215640" progId="Equation.3">
                            <p:embed/>
                            <p:pic>
                              <p:nvPicPr>
                                <p:cNvPr id="44" name="Object 12">
                                  <a:extLst>
                                    <a:ext uri="{FF2B5EF4-FFF2-40B4-BE49-F238E27FC236}">
                                      <a16:creationId xmlns:a16="http://schemas.microsoft.com/office/drawing/2014/main" id="{83FB9BB7-E1DA-7F42-BEEC-312931D1A880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820635" y="4793796"/>
                                  <a:ext cx="624114" cy="426253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44" name="Object 12">
                      <a:extLst>
                        <a:ext uri="{FF2B5EF4-FFF2-40B4-BE49-F238E27FC236}">
                          <a16:creationId xmlns:a16="http://schemas.microsoft.com/office/drawing/2014/main" id="{83FB9BB7-E1DA-7F42-BEEC-312931D1A880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541073222"/>
                        </p:ext>
                      </p:extLst>
                    </p:nvPr>
                  </p:nvGraphicFramePr>
                  <p:xfrm>
                    <a:off x="2820635" y="4793796"/>
                    <a:ext cx="624114" cy="426253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6145" name="方程式" r:id="rId6" imgW="317160" imgH="215640" progId="Equation.3">
                            <p:embed/>
                          </p:oleObj>
                        </mc:Choice>
                        <mc:Fallback>
                          <p:oleObj name="方程式" r:id="rId6" imgW="317160" imgH="215640" progId="Equation.3">
                            <p:embed/>
                            <p:pic>
                              <p:nvPicPr>
                                <p:cNvPr id="44" name="Object 12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7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820635" y="4793796"/>
                                  <a:ext cx="624114" cy="426253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5" name="Object 12">
                      <a:extLst>
                        <a:ext uri="{FF2B5EF4-FFF2-40B4-BE49-F238E27FC236}">
                          <a16:creationId xmlns:a16="http://schemas.microsoft.com/office/drawing/2014/main" id="{77397655-9E0B-3D4F-A1B0-190A6D740A21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296166988"/>
                        </p:ext>
                      </p:extLst>
                    </p:nvPr>
                  </p:nvGraphicFramePr>
                  <p:xfrm>
                    <a:off x="4698720" y="6005691"/>
                    <a:ext cx="327134" cy="325661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方程式" r:id="rId8" imgW="126720" imgH="126720" progId="Equation.3">
                            <p:embed/>
                          </p:oleObj>
                        </mc:Choice>
                        <mc:Fallback>
                          <p:oleObj name="方程式" r:id="rId8" imgW="126720" imgH="126720" progId="Equation.3">
                            <p:embed/>
                            <p:pic>
                              <p:nvPicPr>
                                <p:cNvPr id="45" name="Object 12">
                                  <a:extLst>
                                    <a:ext uri="{FF2B5EF4-FFF2-40B4-BE49-F238E27FC236}">
                                      <a16:creationId xmlns:a16="http://schemas.microsoft.com/office/drawing/2014/main" id="{77397655-9E0B-3D4F-A1B0-190A6D740A21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9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698720" y="6005691"/>
                                  <a:ext cx="327134" cy="325661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45" name="Object 12">
                      <a:extLst>
                        <a:ext uri="{FF2B5EF4-FFF2-40B4-BE49-F238E27FC236}">
                          <a16:creationId xmlns:a16="http://schemas.microsoft.com/office/drawing/2014/main" id="{77397655-9E0B-3D4F-A1B0-190A6D740A21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296166988"/>
                        </p:ext>
                      </p:extLst>
                    </p:nvPr>
                  </p:nvGraphicFramePr>
                  <p:xfrm>
                    <a:off x="4698720" y="6005691"/>
                    <a:ext cx="327134" cy="325661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6146" name="方程式" r:id="rId10" imgW="126720" imgH="126720" progId="Equation.3">
                            <p:embed/>
                          </p:oleObj>
                        </mc:Choice>
                        <mc:Fallback>
                          <p:oleObj name="方程式" r:id="rId10" imgW="126720" imgH="126720" progId="Equation.3">
                            <p:embed/>
                            <p:pic>
                              <p:nvPicPr>
                                <p:cNvPr id="45" name="Object 12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1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698720" y="6005691"/>
                                  <a:ext cx="327134" cy="325661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1" name="Object 12">
                    <a:extLst>
                      <a:ext uri="{FF2B5EF4-FFF2-40B4-BE49-F238E27FC236}">
                        <a16:creationId xmlns:a16="http://schemas.microsoft.com/office/drawing/2014/main" id="{9C3D9C62-1591-544A-B4E8-3DD56AAD6EC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898914522"/>
                      </p:ext>
                    </p:extLst>
                  </p:nvPr>
                </p:nvGraphicFramePr>
                <p:xfrm>
                  <a:off x="4832852" y="3927924"/>
                  <a:ext cx="1748816" cy="794094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12" imgW="863280" imgH="393480" progId="Equation.3">
                          <p:embed/>
                        </p:oleObj>
                      </mc:Choice>
                      <mc:Fallback>
                        <p:oleObj name="方程式" r:id="rId12" imgW="863280" imgH="393480" progId="Equation.3">
                          <p:embed/>
                          <p:pic>
                            <p:nvPicPr>
                              <p:cNvPr id="41" name="Object 12">
                                <a:extLst>
                                  <a:ext uri="{FF2B5EF4-FFF2-40B4-BE49-F238E27FC236}">
                                    <a16:creationId xmlns:a16="http://schemas.microsoft.com/office/drawing/2014/main" id="{9C3D9C62-1591-544A-B4E8-3DD56AAD6ECA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832852" y="3927924"/>
                                <a:ext cx="1748816" cy="79409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41" name="Object 12">
                    <a:extLst>
                      <a:ext uri="{FF2B5EF4-FFF2-40B4-BE49-F238E27FC236}">
                        <a16:creationId xmlns:a16="http://schemas.microsoft.com/office/drawing/2014/main" id="{9C3D9C62-1591-544A-B4E8-3DD56AAD6EC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898914522"/>
                      </p:ext>
                    </p:extLst>
                  </p:nvPr>
                </p:nvGraphicFramePr>
                <p:xfrm>
                  <a:off x="4832852" y="3927924"/>
                  <a:ext cx="1748816" cy="794094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147" name="方程式" r:id="rId13" imgW="863280" imgH="393480" progId="Equation.3">
                          <p:embed/>
                        </p:oleObj>
                      </mc:Choice>
                      <mc:Fallback>
                        <p:oleObj name="方程式" r:id="rId13" imgW="863280" imgH="393480" progId="Equation.3">
                          <p:embed/>
                          <p:pic>
                            <p:nvPicPr>
                              <p:cNvPr id="41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832852" y="3927924"/>
                                <a:ext cx="1748816" cy="79409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42" name="文字方塊 102">
                <a:extLst>
                  <a:ext uri="{FF2B5EF4-FFF2-40B4-BE49-F238E27FC236}">
                    <a16:creationId xmlns:a16="http://schemas.microsoft.com/office/drawing/2014/main" id="{0B95A932-6D95-AA46-9506-986908B7EBF8}"/>
                  </a:ext>
                </a:extLst>
              </p:cNvPr>
              <p:cNvSpPr txBox="1"/>
              <p:nvPr/>
            </p:nvSpPr>
            <p:spPr>
              <a:xfrm>
                <a:off x="3804045" y="2586455"/>
                <a:ext cx="4449606" cy="675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Sigmoid Function</a:t>
                </a:r>
                <a:endParaRPr lang="zh-TW" altLang="en-US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12AC6DD-54FB-7D48-B573-CB33BB708364}"/>
                </a:ext>
              </a:extLst>
            </p:cNvPr>
            <p:cNvGrpSpPr/>
            <p:nvPr/>
          </p:nvGrpSpPr>
          <p:grpSpPr>
            <a:xfrm>
              <a:off x="708748" y="2734072"/>
              <a:ext cx="4536476" cy="4589410"/>
              <a:chOff x="708748" y="2734072"/>
              <a:chExt cx="4536476" cy="4589410"/>
            </a:xfrm>
          </p:grpSpPr>
          <p:sp>
            <p:nvSpPr>
              <p:cNvPr id="7" name="矩形 16">
                <a:extLst>
                  <a:ext uri="{FF2B5EF4-FFF2-40B4-BE49-F238E27FC236}">
                    <a16:creationId xmlns:a16="http://schemas.microsoft.com/office/drawing/2014/main" id="{57263A62-8C36-254D-8B23-47B7139B9529}"/>
                  </a:ext>
                </a:extLst>
              </p:cNvPr>
              <p:cNvSpPr/>
              <p:nvPr/>
            </p:nvSpPr>
            <p:spPr>
              <a:xfrm>
                <a:off x="2051006" y="3854625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8" name="矩形 15">
                <a:extLst>
                  <a:ext uri="{FF2B5EF4-FFF2-40B4-BE49-F238E27FC236}">
                    <a16:creationId xmlns:a16="http://schemas.microsoft.com/office/drawing/2014/main" id="{2CC34DBE-EA92-524F-85E7-79AFA495CD73}"/>
                  </a:ext>
                </a:extLst>
              </p:cNvPr>
              <p:cNvSpPr/>
              <p:nvPr/>
            </p:nvSpPr>
            <p:spPr>
              <a:xfrm>
                <a:off x="2019763" y="5496398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9" name="橢圓 19">
                <a:extLst>
                  <a:ext uri="{FF2B5EF4-FFF2-40B4-BE49-F238E27FC236}">
                    <a16:creationId xmlns:a16="http://schemas.microsoft.com/office/drawing/2014/main" id="{39AC3D76-A42D-834E-A8A4-8F16D5F3C420}"/>
                  </a:ext>
                </a:extLst>
              </p:cNvPr>
              <p:cNvSpPr/>
              <p:nvPr/>
            </p:nvSpPr>
            <p:spPr>
              <a:xfrm>
                <a:off x="4027317" y="3759375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10" name="橢圓 20">
                <a:extLst>
                  <a:ext uri="{FF2B5EF4-FFF2-40B4-BE49-F238E27FC236}">
                    <a16:creationId xmlns:a16="http://schemas.microsoft.com/office/drawing/2014/main" id="{07E322C1-3861-8A4C-B79C-3C3FF9BCE151}"/>
                  </a:ext>
                </a:extLst>
              </p:cNvPr>
              <p:cNvSpPr/>
              <p:nvPr/>
            </p:nvSpPr>
            <p:spPr>
              <a:xfrm>
                <a:off x="4016034" y="5307070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grpSp>
            <p:nvGrpSpPr>
              <p:cNvPr id="11" name="群組 83">
                <a:extLst>
                  <a:ext uri="{FF2B5EF4-FFF2-40B4-BE49-F238E27FC236}">
                    <a16:creationId xmlns:a16="http://schemas.microsoft.com/office/drawing/2014/main" id="{CDDCE29A-7F81-5D4E-B90A-E838CA1B045B}"/>
                  </a:ext>
                </a:extLst>
              </p:cNvPr>
              <p:cNvGrpSpPr/>
              <p:nvPr/>
            </p:nvGrpSpPr>
            <p:grpSpPr>
              <a:xfrm>
                <a:off x="2411112" y="4035603"/>
                <a:ext cx="1588876" cy="1638300"/>
                <a:chOff x="1013669" y="3459098"/>
                <a:chExt cx="1588876" cy="1638300"/>
              </a:xfrm>
            </p:grpSpPr>
            <p:cxnSp>
              <p:nvCxnSpPr>
                <p:cNvPr id="34" name="直線單箭頭接點 49">
                  <a:extLst>
                    <a:ext uri="{FF2B5EF4-FFF2-40B4-BE49-F238E27FC236}">
                      <a16:creationId xmlns:a16="http://schemas.microsoft.com/office/drawing/2014/main" id="{03BCF55D-CE55-7B48-8167-74B81F701C2D}"/>
                    </a:ext>
                  </a:extLst>
                </p:cNvPr>
                <p:cNvCxnSpPr/>
                <p:nvPr/>
              </p:nvCxnSpPr>
              <p:spPr>
                <a:xfrm flipV="1">
                  <a:off x="1013669" y="3507292"/>
                  <a:ext cx="1574937" cy="1585166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5" name="群組 82">
                  <a:extLst>
                    <a:ext uri="{FF2B5EF4-FFF2-40B4-BE49-F238E27FC236}">
                      <a16:creationId xmlns:a16="http://schemas.microsoft.com/office/drawing/2014/main" id="{AFE2866C-8FB6-A14D-9E12-5AD6161FFD51}"/>
                    </a:ext>
                  </a:extLst>
                </p:cNvPr>
                <p:cNvGrpSpPr/>
                <p:nvPr/>
              </p:nvGrpSpPr>
              <p:grpSpPr>
                <a:xfrm>
                  <a:off x="1025705" y="3459098"/>
                  <a:ext cx="1576840" cy="1638300"/>
                  <a:chOff x="1025705" y="3459098"/>
                  <a:chExt cx="1576840" cy="1638300"/>
                </a:xfrm>
              </p:grpSpPr>
              <p:cxnSp>
                <p:nvCxnSpPr>
                  <p:cNvPr id="36" name="直線單箭頭接點 47">
                    <a:extLst>
                      <a:ext uri="{FF2B5EF4-FFF2-40B4-BE49-F238E27FC236}">
                        <a16:creationId xmlns:a16="http://schemas.microsoft.com/office/drawing/2014/main" id="{2B2E1DD2-9C3F-AF43-9BCA-C8C7D47ED569}"/>
                      </a:ext>
                    </a:extLst>
                  </p:cNvPr>
                  <p:cNvCxnSpPr/>
                  <p:nvPr/>
                </p:nvCxnSpPr>
                <p:spPr>
                  <a:xfrm>
                    <a:off x="1048081" y="3459098"/>
                    <a:ext cx="1548874" cy="1608927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線單箭頭接點 50">
                    <a:extLst>
                      <a:ext uri="{FF2B5EF4-FFF2-40B4-BE49-F238E27FC236}">
                        <a16:creationId xmlns:a16="http://schemas.microsoft.com/office/drawing/2014/main" id="{1E192DEE-462F-0345-8486-45C8A8719E6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25705" y="5097398"/>
                    <a:ext cx="1576840" cy="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線單箭頭接點 79">
                    <a:extLst>
                      <a:ext uri="{FF2B5EF4-FFF2-40B4-BE49-F238E27FC236}">
                        <a16:creationId xmlns:a16="http://schemas.microsoft.com/office/drawing/2014/main" id="{667A8D43-ABB6-A649-BECE-57EE8588E81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25705" y="3459098"/>
                    <a:ext cx="1576840" cy="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2" name="手繪多邊形 103">
                <a:extLst>
                  <a:ext uri="{FF2B5EF4-FFF2-40B4-BE49-F238E27FC236}">
                    <a16:creationId xmlns:a16="http://schemas.microsoft.com/office/drawing/2014/main" id="{C7303C71-65EA-EC49-8598-51FB0EB60490}"/>
                  </a:ext>
                </a:extLst>
              </p:cNvPr>
              <p:cNvSpPr/>
              <p:nvPr/>
            </p:nvSpPr>
            <p:spPr>
              <a:xfrm>
                <a:off x="4082350" y="5432883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13" name="手繪多邊形 105">
                <a:extLst>
                  <a:ext uri="{FF2B5EF4-FFF2-40B4-BE49-F238E27FC236}">
                    <a16:creationId xmlns:a16="http://schemas.microsoft.com/office/drawing/2014/main" id="{DB674DFD-01D8-6C44-A0BF-6B20438FC046}"/>
                  </a:ext>
                </a:extLst>
              </p:cNvPr>
              <p:cNvSpPr/>
              <p:nvPr/>
            </p:nvSpPr>
            <p:spPr>
              <a:xfrm>
                <a:off x="4063740" y="384344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14" name="文字方塊 110">
                <a:extLst>
                  <a:ext uri="{FF2B5EF4-FFF2-40B4-BE49-F238E27FC236}">
                    <a16:creationId xmlns:a16="http://schemas.microsoft.com/office/drawing/2014/main" id="{9FE91B79-69E1-9F40-BD3C-CB8F9798C74A}"/>
                  </a:ext>
                </a:extLst>
              </p:cNvPr>
              <p:cNvSpPr txBox="1"/>
              <p:nvPr/>
            </p:nvSpPr>
            <p:spPr>
              <a:xfrm>
                <a:off x="2063174" y="3841170"/>
                <a:ext cx="342900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0000FF"/>
                    </a:solidFill>
                  </a:rPr>
                  <a:t>1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5" name="文字方塊 111">
                <a:extLst>
                  <a:ext uri="{FF2B5EF4-FFF2-40B4-BE49-F238E27FC236}">
                    <a16:creationId xmlns:a16="http://schemas.microsoft.com/office/drawing/2014/main" id="{BFFA2016-4B21-8745-9AFF-828AC61429EC}"/>
                  </a:ext>
                </a:extLst>
              </p:cNvPr>
              <p:cNvSpPr txBox="1"/>
              <p:nvPr/>
            </p:nvSpPr>
            <p:spPr>
              <a:xfrm>
                <a:off x="1957390" y="5440601"/>
                <a:ext cx="488741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0000FF"/>
                    </a:solidFill>
                  </a:rPr>
                  <a:t>-1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6" name="文字方塊 112">
                <a:extLst>
                  <a:ext uri="{FF2B5EF4-FFF2-40B4-BE49-F238E27FC236}">
                    <a16:creationId xmlns:a16="http://schemas.microsoft.com/office/drawing/2014/main" id="{03FDBA1B-8D22-2346-B8E7-579CFF745784}"/>
                  </a:ext>
                </a:extLst>
              </p:cNvPr>
              <p:cNvSpPr txBox="1"/>
              <p:nvPr/>
            </p:nvSpPr>
            <p:spPr>
              <a:xfrm>
                <a:off x="3010042" y="3556241"/>
                <a:ext cx="342900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17" name="文字方塊 113">
                <a:extLst>
                  <a:ext uri="{FF2B5EF4-FFF2-40B4-BE49-F238E27FC236}">
                    <a16:creationId xmlns:a16="http://schemas.microsoft.com/office/drawing/2014/main" id="{6878EBA0-76C9-554E-8EA0-C6EE8D160D5B}"/>
                  </a:ext>
                </a:extLst>
              </p:cNvPr>
              <p:cNvSpPr txBox="1"/>
              <p:nvPr/>
            </p:nvSpPr>
            <p:spPr>
              <a:xfrm>
                <a:off x="3177133" y="4144558"/>
                <a:ext cx="441678" cy="868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-2</a:t>
                </a:r>
                <a:endParaRPr lang="zh-TW" altLang="en-US" dirty="0"/>
              </a:p>
            </p:txBody>
          </p:sp>
          <p:sp>
            <p:nvSpPr>
              <p:cNvPr id="18" name="文字方塊 114">
                <a:extLst>
                  <a:ext uri="{FF2B5EF4-FFF2-40B4-BE49-F238E27FC236}">
                    <a16:creationId xmlns:a16="http://schemas.microsoft.com/office/drawing/2014/main" id="{5C01F8A4-E429-3D4D-993B-244C901282B6}"/>
                  </a:ext>
                </a:extLst>
              </p:cNvPr>
              <p:cNvSpPr txBox="1"/>
              <p:nvPr/>
            </p:nvSpPr>
            <p:spPr>
              <a:xfrm>
                <a:off x="2874837" y="5661688"/>
                <a:ext cx="715437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19" name="文字方塊 115">
                <a:extLst>
                  <a:ext uri="{FF2B5EF4-FFF2-40B4-BE49-F238E27FC236}">
                    <a16:creationId xmlns:a16="http://schemas.microsoft.com/office/drawing/2014/main" id="{33D87762-EC6E-734C-9A14-28D7AF1544D6}"/>
                  </a:ext>
                </a:extLst>
              </p:cNvPr>
              <p:cNvSpPr txBox="1"/>
              <p:nvPr/>
            </p:nvSpPr>
            <p:spPr>
              <a:xfrm>
                <a:off x="3027116" y="5091376"/>
                <a:ext cx="715437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-1</a:t>
                </a:r>
                <a:endParaRPr lang="zh-TW" altLang="en-US" dirty="0"/>
              </a:p>
            </p:txBody>
          </p:sp>
          <p:sp>
            <p:nvSpPr>
              <p:cNvPr id="20" name="矩形 116">
                <a:extLst>
                  <a:ext uri="{FF2B5EF4-FFF2-40B4-BE49-F238E27FC236}">
                    <a16:creationId xmlns:a16="http://schemas.microsoft.com/office/drawing/2014/main" id="{53545106-338C-0441-8845-2306424CE21B}"/>
                  </a:ext>
                </a:extLst>
              </p:cNvPr>
              <p:cNvSpPr/>
              <p:nvPr/>
            </p:nvSpPr>
            <p:spPr>
              <a:xfrm>
                <a:off x="3773364" y="4520611"/>
                <a:ext cx="458287" cy="44874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cxnSp>
            <p:nvCxnSpPr>
              <p:cNvPr id="21" name="直線單箭頭接點 118">
                <a:extLst>
                  <a:ext uri="{FF2B5EF4-FFF2-40B4-BE49-F238E27FC236}">
                    <a16:creationId xmlns:a16="http://schemas.microsoft.com/office/drawing/2014/main" id="{E08CF3D1-8835-254D-B135-98A91BB4566C}"/>
                  </a:ext>
                </a:extLst>
              </p:cNvPr>
              <p:cNvCxnSpPr/>
              <p:nvPr/>
            </p:nvCxnSpPr>
            <p:spPr>
              <a:xfrm flipV="1">
                <a:off x="4000266" y="4137411"/>
                <a:ext cx="0" cy="38419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字方塊 119">
                <a:extLst>
                  <a:ext uri="{FF2B5EF4-FFF2-40B4-BE49-F238E27FC236}">
                    <a16:creationId xmlns:a16="http://schemas.microsoft.com/office/drawing/2014/main" id="{AF78BEEE-6D43-B64E-936A-76472AAABA7B}"/>
                  </a:ext>
                </a:extLst>
              </p:cNvPr>
              <p:cNvSpPr txBox="1"/>
              <p:nvPr/>
            </p:nvSpPr>
            <p:spPr>
              <a:xfrm>
                <a:off x="3796211" y="4507693"/>
                <a:ext cx="441678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23" name="矩形 131">
                <a:extLst>
                  <a:ext uri="{FF2B5EF4-FFF2-40B4-BE49-F238E27FC236}">
                    <a16:creationId xmlns:a16="http://schemas.microsoft.com/office/drawing/2014/main" id="{179EE052-35DA-6E45-B1E6-6C09DA9D96FD}"/>
                  </a:ext>
                </a:extLst>
              </p:cNvPr>
              <p:cNvSpPr/>
              <p:nvPr/>
            </p:nvSpPr>
            <p:spPr>
              <a:xfrm>
                <a:off x="3782889" y="6069950"/>
                <a:ext cx="458287" cy="44874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cxnSp>
            <p:nvCxnSpPr>
              <p:cNvPr id="24" name="直線單箭頭接點 132">
                <a:extLst>
                  <a:ext uri="{FF2B5EF4-FFF2-40B4-BE49-F238E27FC236}">
                    <a16:creationId xmlns:a16="http://schemas.microsoft.com/office/drawing/2014/main" id="{701D1006-9FAD-5047-A047-C150236AFF89}"/>
                  </a:ext>
                </a:extLst>
              </p:cNvPr>
              <p:cNvCxnSpPr/>
              <p:nvPr/>
            </p:nvCxnSpPr>
            <p:spPr>
              <a:xfrm flipV="1">
                <a:off x="4009791" y="5686750"/>
                <a:ext cx="0" cy="38419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字方塊 133">
                <a:extLst>
                  <a:ext uri="{FF2B5EF4-FFF2-40B4-BE49-F238E27FC236}">
                    <a16:creationId xmlns:a16="http://schemas.microsoft.com/office/drawing/2014/main" id="{B4EDD142-EAAF-F545-83FE-744AA02467DA}"/>
                  </a:ext>
                </a:extLst>
              </p:cNvPr>
              <p:cNvSpPr txBox="1"/>
              <p:nvPr/>
            </p:nvSpPr>
            <p:spPr>
              <a:xfrm>
                <a:off x="3799497" y="6063491"/>
                <a:ext cx="441678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  <p:sp>
            <p:nvSpPr>
              <p:cNvPr id="26" name="文字方塊 134">
                <a:extLst>
                  <a:ext uri="{FF2B5EF4-FFF2-40B4-BE49-F238E27FC236}">
                    <a16:creationId xmlns:a16="http://schemas.microsoft.com/office/drawing/2014/main" id="{1A63B612-E274-A140-AE1D-56F3C0D2C86F}"/>
                  </a:ext>
                </a:extLst>
              </p:cNvPr>
              <p:cNvSpPr txBox="1"/>
              <p:nvPr/>
            </p:nvSpPr>
            <p:spPr>
              <a:xfrm>
                <a:off x="3712647" y="3503921"/>
                <a:ext cx="430062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FF0000"/>
                    </a:solidFill>
                  </a:rPr>
                  <a:t>4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文字方塊 135">
                <a:extLst>
                  <a:ext uri="{FF2B5EF4-FFF2-40B4-BE49-F238E27FC236}">
                    <a16:creationId xmlns:a16="http://schemas.microsoft.com/office/drawing/2014/main" id="{843F7E8C-C8E7-8040-84A4-0D1C240BCCAB}"/>
                  </a:ext>
                </a:extLst>
              </p:cNvPr>
              <p:cNvSpPr txBox="1"/>
              <p:nvPr/>
            </p:nvSpPr>
            <p:spPr>
              <a:xfrm>
                <a:off x="3598610" y="5107788"/>
                <a:ext cx="682714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FF0000"/>
                    </a:solidFill>
                  </a:rPr>
                  <a:t>-2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8" name="文字方塊 137">
                <a:extLst>
                  <a:ext uri="{FF2B5EF4-FFF2-40B4-BE49-F238E27FC236}">
                    <a16:creationId xmlns:a16="http://schemas.microsoft.com/office/drawing/2014/main" id="{EEE15DBD-8FEC-A24C-B3C3-155579EA73D1}"/>
                  </a:ext>
                </a:extLst>
              </p:cNvPr>
              <p:cNvSpPr txBox="1"/>
              <p:nvPr/>
            </p:nvSpPr>
            <p:spPr>
              <a:xfrm>
                <a:off x="4411263" y="3464989"/>
                <a:ext cx="811641" cy="496408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0000FF"/>
                    </a:solidFill>
                  </a:rPr>
                  <a:t>0.98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29" name="文字方塊 138">
                <a:extLst>
                  <a:ext uri="{FF2B5EF4-FFF2-40B4-BE49-F238E27FC236}">
                    <a16:creationId xmlns:a16="http://schemas.microsoft.com/office/drawing/2014/main" id="{B0B071A8-39F9-D142-BCEA-C3391A0A3837}"/>
                  </a:ext>
                </a:extLst>
              </p:cNvPr>
              <p:cNvSpPr txBox="1"/>
              <p:nvPr/>
            </p:nvSpPr>
            <p:spPr>
              <a:xfrm>
                <a:off x="4433583" y="5070520"/>
                <a:ext cx="811641" cy="496408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0000FF"/>
                    </a:solidFill>
                  </a:rPr>
                  <a:t>0.12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F400BB92-C872-8B43-B701-8A3EF7FEB9F1}"/>
                      </a:ext>
                    </a:extLst>
                  </p:cNvPr>
                  <p:cNvSpPr txBox="1"/>
                  <p:nvPr/>
                </p:nvSpPr>
                <p:spPr>
                  <a:xfrm>
                    <a:off x="708748" y="2734072"/>
                    <a:ext cx="3055491" cy="289571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+1=4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F400BB92-C872-8B43-B701-8A3EF7FEB9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8748" y="2734072"/>
                    <a:ext cx="3055491" cy="28957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10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3164C9C2-733E-8944-ABCD-B2410CDC4395}"/>
                  </a:ext>
                </a:extLst>
              </p:cNvPr>
              <p:cNvCxnSpPr/>
              <p:nvPr/>
            </p:nvCxnSpPr>
            <p:spPr>
              <a:xfrm flipH="1">
                <a:off x="3963029" y="2996665"/>
                <a:ext cx="5970" cy="3963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D4860CA3-C198-6749-93B4-57C307B9D730}"/>
                  </a:ext>
                </a:extLst>
              </p:cNvPr>
              <p:cNvCxnSpPr/>
              <p:nvPr/>
            </p:nvCxnSpPr>
            <p:spPr>
              <a:xfrm flipV="1">
                <a:off x="4016772" y="6698598"/>
                <a:ext cx="0" cy="3559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3E4CF0B-1113-4C4F-B7D2-E957D59374DC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42" y="7033911"/>
                    <a:ext cx="2831505" cy="289571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r>
                      <a:rPr lang="en-US" sz="1400" dirty="0"/>
                      <a:t>1</a:t>
                    </a:r>
                    <a:r>
                      <a:rPr lang="en-US" sz="1400" dirty="0"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d>
                          <m:d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∙1+0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sz="1400" dirty="0"/>
                      <a:t>-2</a:t>
                    </a:r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3E4CF0B-1113-4C4F-B7D2-E957D59374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0142" y="7033911"/>
                    <a:ext cx="2831505" cy="28957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4762" t="-21053" r="-4167" b="-4210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B7BED98-8357-F748-A705-5EB898D5B077}"/>
              </a:ext>
            </a:extLst>
          </p:cNvPr>
          <p:cNvSpPr txBox="1"/>
          <p:nvPr/>
        </p:nvSpPr>
        <p:spPr>
          <a:xfrm>
            <a:off x="6959600" y="6578868"/>
            <a:ext cx="22783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Hung-</a:t>
            </a:r>
            <a:r>
              <a:rPr lang="en-US" sz="1000" dirty="0" err="1"/>
              <a:t>yi</a:t>
            </a:r>
            <a:r>
              <a:rPr lang="en-US" sz="1000" dirty="0"/>
              <a:t> Lee – Deep Learning Tutorial</a:t>
            </a:r>
          </a:p>
        </p:txBody>
      </p:sp>
    </p:spTree>
    <p:extLst>
      <p:ext uri="{BB962C8B-B14F-4D97-AF65-F5344CB8AC3E}">
        <p14:creationId xmlns:p14="http://schemas.microsoft.com/office/powerpoint/2010/main" val="3926041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E4D5F0-A03E-2342-8273-FDCFA5DAFAF6}"/>
              </a:ext>
            </a:extLst>
          </p:cNvPr>
          <p:cNvGrpSpPr/>
          <p:nvPr/>
        </p:nvGrpSpPr>
        <p:grpSpPr>
          <a:xfrm>
            <a:off x="732783" y="1711025"/>
            <a:ext cx="8200747" cy="4064941"/>
            <a:chOff x="624499" y="1843372"/>
            <a:chExt cx="8200747" cy="4064941"/>
          </a:xfrm>
        </p:grpSpPr>
        <p:sp>
          <p:nvSpPr>
            <p:cNvPr id="4" name="Ορθογώνιο 17">
              <a:extLst>
                <a:ext uri="{FF2B5EF4-FFF2-40B4-BE49-F238E27FC236}">
                  <a16:creationId xmlns:a16="http://schemas.microsoft.com/office/drawing/2014/main" id="{D19A8719-F531-3242-87EA-5E920F4C05D2}"/>
                </a:ext>
              </a:extLst>
            </p:cNvPr>
            <p:cNvSpPr/>
            <p:nvPr/>
          </p:nvSpPr>
          <p:spPr>
            <a:xfrm>
              <a:off x="624500" y="1843372"/>
              <a:ext cx="128753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222222"/>
                  </a:solidFill>
                </a:rPr>
                <a:t>Training </a:t>
              </a:r>
            </a:p>
            <a:p>
              <a:r>
                <a:rPr lang="en-US" b="1" dirty="0">
                  <a:solidFill>
                    <a:srgbClr val="222222"/>
                  </a:solidFill>
                </a:rPr>
                <a:t>examples</a:t>
              </a:r>
              <a:endParaRPr lang="el-GR" dirty="0"/>
            </a:p>
          </p:txBody>
        </p:sp>
        <p:sp>
          <p:nvSpPr>
            <p:cNvPr id="5" name="Ορθογώνιο 20">
              <a:extLst>
                <a:ext uri="{FF2B5EF4-FFF2-40B4-BE49-F238E27FC236}">
                  <a16:creationId xmlns:a16="http://schemas.microsoft.com/office/drawing/2014/main" id="{DB0B0172-8EC4-5445-B4CE-E5EEAE39D4E6}"/>
                </a:ext>
              </a:extLst>
            </p:cNvPr>
            <p:cNvSpPr/>
            <p:nvPr/>
          </p:nvSpPr>
          <p:spPr>
            <a:xfrm>
              <a:off x="624500" y="2895953"/>
              <a:ext cx="100860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222222"/>
                  </a:solidFill>
                </a:rPr>
                <a:t>Output </a:t>
              </a:r>
            </a:p>
            <a:p>
              <a:r>
                <a:rPr lang="en-US" b="1" dirty="0">
                  <a:solidFill>
                    <a:srgbClr val="222222"/>
                  </a:solidFill>
                </a:rPr>
                <a:t>Layer</a:t>
              </a:r>
              <a:endParaRPr lang="el-GR" dirty="0"/>
            </a:p>
          </p:txBody>
        </p:sp>
        <p:sp>
          <p:nvSpPr>
            <p:cNvPr id="6" name="Ορθογώνιο 23">
              <a:extLst>
                <a:ext uri="{FF2B5EF4-FFF2-40B4-BE49-F238E27FC236}">
                  <a16:creationId xmlns:a16="http://schemas.microsoft.com/office/drawing/2014/main" id="{37B17180-0939-2244-879E-E29FE423C42D}"/>
                </a:ext>
              </a:extLst>
            </p:cNvPr>
            <p:cNvSpPr/>
            <p:nvPr/>
          </p:nvSpPr>
          <p:spPr>
            <a:xfrm>
              <a:off x="624499" y="4605342"/>
              <a:ext cx="1603964" cy="4010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222222"/>
                  </a:solidFill>
                </a:rPr>
                <a:t>Loss function</a:t>
              </a:r>
            </a:p>
          </p:txBody>
        </p:sp>
        <p:sp>
          <p:nvSpPr>
            <p:cNvPr id="7" name="Ορθογώνιο 25">
              <a:extLst>
                <a:ext uri="{FF2B5EF4-FFF2-40B4-BE49-F238E27FC236}">
                  <a16:creationId xmlns:a16="http://schemas.microsoft.com/office/drawing/2014/main" id="{499E7352-28C4-2F40-AD00-65A66B789BC3}"/>
                </a:ext>
              </a:extLst>
            </p:cNvPr>
            <p:cNvSpPr/>
            <p:nvPr/>
          </p:nvSpPr>
          <p:spPr>
            <a:xfrm>
              <a:off x="2804527" y="4302107"/>
              <a:ext cx="2814872" cy="4010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>
                  <a:solidFill>
                    <a:srgbClr val="FF0000"/>
                  </a:solidFill>
                </a:rPr>
                <a:t>Mean Squared 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3E78A73-236D-234F-B7EC-605AFD702791}"/>
                    </a:ext>
                  </a:extLst>
                </p:cNvPr>
                <p:cNvSpPr txBox="1"/>
                <p:nvPr/>
              </p:nvSpPr>
              <p:spPr>
                <a:xfrm>
                  <a:off x="5573315" y="4047168"/>
                  <a:ext cx="2950955" cy="84029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sz="2000" b="0" i="1" smtClean="0">
                                <a:latin typeface="Cambria Math" charset="0"/>
                              </a:rPr>
                              <m:t>𝜃</m:t>
                            </m:r>
                          </m:e>
                        </m:d>
                        <m:r>
                          <a:rPr lang="el-GR" sz="2000" b="0" i="1" smtClean="0">
                            <a:latin typeface="Cambria Math" charset="0"/>
                          </a:rPr>
                          <m:t>= </m:t>
                        </m:r>
                        <m:f>
                          <m:fPr>
                            <m:ctrlPr>
                              <a:rPr lang="mr-I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is-I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mr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mr-I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is-I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i="1">
                                                <a:latin typeface="Cambria Math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sz="2000" b="0" i="1" smtClean="0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l-GR" sz="2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3E78A73-236D-234F-B7EC-605AFD7027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3315" y="4047168"/>
                  <a:ext cx="2950955" cy="840295"/>
                </a:xfrm>
                <a:prstGeom prst="rect">
                  <a:avLst/>
                </a:prstGeom>
                <a:blipFill>
                  <a:blip r:embed="rId2"/>
                  <a:stretch>
                    <a:fillRect l="-1288" t="-119403" r="-429" b="-1791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Ορθογώνιο 22">
              <a:extLst>
                <a:ext uri="{FF2B5EF4-FFF2-40B4-BE49-F238E27FC236}">
                  <a16:creationId xmlns:a16="http://schemas.microsoft.com/office/drawing/2014/main" id="{778BFAB3-D214-8E4D-A804-C3AB9C06294D}"/>
                </a:ext>
              </a:extLst>
            </p:cNvPr>
            <p:cNvSpPr/>
            <p:nvPr/>
          </p:nvSpPr>
          <p:spPr>
            <a:xfrm>
              <a:off x="3060465" y="3046296"/>
              <a:ext cx="5628930" cy="4010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222222"/>
                  </a:solidFill>
                </a:rPr>
                <a:t>Linear (Identity) or Sigmoid Activation</a:t>
              </a:r>
            </a:p>
          </p:txBody>
        </p:sp>
        <p:sp>
          <p:nvSpPr>
            <p:cNvPr id="10" name="Ορθογώνιο 42">
              <a:extLst>
                <a:ext uri="{FF2B5EF4-FFF2-40B4-BE49-F238E27FC236}">
                  <a16:creationId xmlns:a16="http://schemas.microsoft.com/office/drawing/2014/main" id="{6A5C6647-52D6-2941-9110-5F37EFD36175}"/>
                </a:ext>
              </a:extLst>
            </p:cNvPr>
            <p:cNvSpPr/>
            <p:nvPr/>
          </p:nvSpPr>
          <p:spPr>
            <a:xfrm>
              <a:off x="2804527" y="5323411"/>
              <a:ext cx="2814872" cy="4010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>
                  <a:solidFill>
                    <a:srgbClr val="FF0000"/>
                  </a:solidFill>
                </a:rPr>
                <a:t>Mean Absolute 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64D1C82-3D67-8E4F-B9F7-1B88EB5041DF}"/>
                    </a:ext>
                  </a:extLst>
                </p:cNvPr>
                <p:cNvSpPr txBox="1"/>
                <p:nvPr/>
              </p:nvSpPr>
              <p:spPr>
                <a:xfrm>
                  <a:off x="5573315" y="5068018"/>
                  <a:ext cx="2860142" cy="8402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sz="2000" b="0" i="1" smtClean="0">
                                <a:latin typeface="Cambria Math" charset="0"/>
                              </a:rPr>
                              <m:t>𝜃</m:t>
                            </m:r>
                          </m:e>
                        </m:d>
                        <m:r>
                          <a:rPr lang="el-GR" sz="2000" b="0" i="1" smtClean="0">
                            <a:latin typeface="Cambria Math" charset="0"/>
                          </a:rPr>
                          <m:t>= </m:t>
                        </m:r>
                        <m:f>
                          <m:fPr>
                            <m:ctrlPr>
                              <a:rPr lang="mr-I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is-I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hr-H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is-I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latin typeface="Cambria Math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oMath>
                    </m:oMathPara>
                  </a14:m>
                  <a:endParaRPr lang="el-GR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64D1C82-3D67-8E4F-B9F7-1B88EB5041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3315" y="5068018"/>
                  <a:ext cx="2860142" cy="840295"/>
                </a:xfrm>
                <a:prstGeom prst="rect">
                  <a:avLst/>
                </a:prstGeom>
                <a:blipFill>
                  <a:blip r:embed="rId3"/>
                  <a:stretch>
                    <a:fillRect t="-117647" b="-1764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C6951BE-ED91-3B47-B5D7-274F43791678}"/>
                    </a:ext>
                  </a:extLst>
                </p:cNvPr>
                <p:cNvSpPr txBox="1"/>
                <p:nvPr/>
              </p:nvSpPr>
              <p:spPr>
                <a:xfrm>
                  <a:off x="1912479" y="1990988"/>
                  <a:ext cx="6912767" cy="4010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222222"/>
                      </a:solidFill>
                      <a:ea typeface="Cambria Math" panose="02040503050406030204" pitchFamily="18" charset="0"/>
                    </a:rPr>
                    <a:t>Pairs of 𝑁 inputs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dirty="0">
                      <a:solidFill>
                        <a:srgbClr val="222222"/>
                      </a:solidFill>
                      <a:ea typeface="Cambria Math" panose="02040503050406030204" pitchFamily="18" charset="0"/>
                    </a:rPr>
                    <a:t> and ground-truth output values</a:t>
                  </a:r>
                  <a14:m>
                    <m:oMath xmlns:m="http://schemas.openxmlformats.org/officeDocument/2006/math">
                      <m:r>
                        <a:rPr lang="en-US" sz="16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l-GR" sz="1600" i="1" dirty="0">
                    <a:latin typeface="Cambria Math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C6951BE-ED91-3B47-B5D7-274F437916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2479" y="1990988"/>
                  <a:ext cx="6912767" cy="401007"/>
                </a:xfrm>
                <a:prstGeom prst="rect">
                  <a:avLst/>
                </a:prstGeom>
                <a:blipFill>
                  <a:blip r:embed="rId4"/>
                  <a:stretch>
                    <a:fillRect t="-6061" b="-151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BAFFC3E-2528-5D4A-820E-81DE78C9F6D1}"/>
              </a:ext>
            </a:extLst>
          </p:cNvPr>
          <p:cNvSpPr txBox="1"/>
          <p:nvPr/>
        </p:nvSpPr>
        <p:spPr>
          <a:xfrm>
            <a:off x="6959600" y="6578868"/>
            <a:ext cx="22783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Hung-</a:t>
            </a:r>
            <a:r>
              <a:rPr lang="en-US" sz="1000" dirty="0" err="1"/>
              <a:t>yi</a:t>
            </a:r>
            <a:r>
              <a:rPr lang="en-US" sz="1000" dirty="0"/>
              <a:t> Lee – Deep Learning Tutorial</a:t>
            </a:r>
          </a:p>
        </p:txBody>
      </p:sp>
    </p:spTree>
    <p:extLst>
      <p:ext uri="{BB962C8B-B14F-4D97-AF65-F5344CB8AC3E}">
        <p14:creationId xmlns:p14="http://schemas.microsoft.com/office/powerpoint/2010/main" val="2894268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72E8C-EFB0-7F4A-AE1F-0C2C4FD57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1652"/>
            <a:ext cx="9126401" cy="44851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F31AB2-DF5E-E943-B9F1-961D7E4A3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901" y="1365539"/>
            <a:ext cx="2857500" cy="17907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AD0032E-0952-6C4C-9A83-A96C3E9365A1}"/>
              </a:ext>
            </a:extLst>
          </p:cNvPr>
          <p:cNvSpPr/>
          <p:nvPr/>
        </p:nvSpPr>
        <p:spPr>
          <a:xfrm>
            <a:off x="6268901" y="6410508"/>
            <a:ext cx="2875099" cy="44749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  <a:effectLst>
            <a:glow>
              <a:schemeClr val="accent1">
                <a:alpha val="40000"/>
              </a:schemeClr>
            </a:glow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Standford</a:t>
            </a:r>
            <a:r>
              <a:rPr lang="en-US" dirty="0">
                <a:solidFill>
                  <a:schemeClr val="tx1"/>
                </a:solidFill>
              </a:rPr>
              <a:t> University CS231n</a:t>
            </a:r>
          </a:p>
        </p:txBody>
      </p:sp>
    </p:spTree>
    <p:extLst>
      <p:ext uri="{BB962C8B-B14F-4D97-AF65-F5344CB8AC3E}">
        <p14:creationId xmlns:p14="http://schemas.microsoft.com/office/powerpoint/2010/main" val="1471688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11A60-8FAE-5AEF-15B3-981DC8A55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175D-7F20-47D6-550F-1AEFBB5F8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landscape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E5D039D-CFB6-20C6-DDCE-D48030FCA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182" y="1397725"/>
            <a:ext cx="5705611" cy="5290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6A3D71-B991-74BC-2210-91E1FBD29892}"/>
              </a:ext>
            </a:extLst>
          </p:cNvPr>
          <p:cNvSpPr txBox="1"/>
          <p:nvPr/>
        </p:nvSpPr>
        <p:spPr>
          <a:xfrm>
            <a:off x="327161" y="1397725"/>
            <a:ext cx="33652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Landscape of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error the model makes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Going from read to blue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47707-D735-5A7B-9DA0-F6C779C724EF}"/>
              </a:ext>
            </a:extLst>
          </p:cNvPr>
          <p:cNvSpPr txBox="1"/>
          <p:nvPr/>
        </p:nvSpPr>
        <p:spPr>
          <a:xfrm>
            <a:off x="-151811" y="4042953"/>
            <a:ext cx="3365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Y-axis:</a:t>
            </a:r>
          </a:p>
          <a:p>
            <a:pPr algn="ctr"/>
            <a:r>
              <a:rPr lang="en-US" dirty="0"/>
              <a:t>The amount of error the makes</a:t>
            </a:r>
          </a:p>
          <a:p>
            <a:pPr algn="ctr"/>
            <a:r>
              <a:rPr lang="en-US" dirty="0"/>
              <a:t>(aka Loss)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21E70-2893-E816-8DB1-97B86436EEC4}"/>
              </a:ext>
            </a:extLst>
          </p:cNvPr>
          <p:cNvSpPr txBox="1"/>
          <p:nvPr/>
        </p:nvSpPr>
        <p:spPr>
          <a:xfrm>
            <a:off x="1842453" y="6255702"/>
            <a:ext cx="3365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X-axis:</a:t>
            </a:r>
          </a:p>
          <a:p>
            <a:pPr algn="ctr"/>
            <a:r>
              <a:rPr lang="en-US" dirty="0"/>
              <a:t>Model parameter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4E2D99-3C97-0E14-1F97-27D182F7DECF}"/>
              </a:ext>
            </a:extLst>
          </p:cNvPr>
          <p:cNvSpPr txBox="1"/>
          <p:nvPr/>
        </p:nvSpPr>
        <p:spPr>
          <a:xfrm>
            <a:off x="6600894" y="5660216"/>
            <a:ext cx="3365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Z-axis:</a:t>
            </a:r>
          </a:p>
          <a:p>
            <a:pPr algn="ctr"/>
            <a:r>
              <a:rPr lang="en-US" dirty="0"/>
              <a:t>Model parameter</a:t>
            </a:r>
          </a:p>
        </p:txBody>
      </p:sp>
    </p:spTree>
    <p:extLst>
      <p:ext uri="{BB962C8B-B14F-4D97-AF65-F5344CB8AC3E}">
        <p14:creationId xmlns:p14="http://schemas.microsoft.com/office/powerpoint/2010/main" val="4229853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Optimizer: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A0E8D0F-1596-2840-823C-EEB92D322B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1422" y="1179781"/>
                <a:ext cx="8458200" cy="2229831"/>
              </a:xfrm>
            </p:spPr>
            <p:txBody>
              <a:bodyPr/>
              <a:lstStyle/>
              <a:p>
                <a:r>
                  <a:rPr lang="en-US" sz="1800" dirty="0"/>
                  <a:t>Steps in the </a:t>
                </a:r>
                <a:r>
                  <a:rPr lang="en-US" sz="1800" b="1" i="1" dirty="0">
                    <a:solidFill>
                      <a:srgbClr val="0070C0"/>
                    </a:solidFill>
                  </a:rPr>
                  <a:t>gradient descent algorithm</a:t>
                </a:r>
                <a:r>
                  <a:rPr lang="en-US" sz="1800" dirty="0"/>
                  <a:t>:</a:t>
                </a:r>
              </a:p>
              <a:p>
                <a:pPr marL="808009" lvl="1" indent="-457200">
                  <a:buFont typeface="+mj-lt"/>
                  <a:buAutoNum type="arabicPeriod"/>
                </a:pPr>
                <a:r>
                  <a:rPr lang="en-US" sz="2000" dirty="0"/>
                  <a:t>Randomly initialize the model parameters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808009" lvl="1" indent="-457200">
                  <a:buFont typeface="+mj-lt"/>
                  <a:buAutoNum type="arabicPeriod"/>
                </a:pPr>
                <a:r>
                  <a:rPr lang="en-US" altLang="zh-TW" sz="2000" dirty="0"/>
                  <a:t>Compute the gradient of the loss function at the initial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pPr marL="808009" lvl="1" indent="-457200">
                  <a:buFont typeface="+mj-lt"/>
                  <a:buAutoNum type="arabicPeriod"/>
                </a:pPr>
                <a:r>
                  <a:rPr lang="en-US" sz="2000" dirty="0"/>
                  <a:t>Update the parameters as: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pPr marL="1255665" lvl="2" indent="-228600"/>
                <a:r>
                  <a:rPr lang="en-US" sz="1600" dirty="0"/>
                  <a:t>Where </a:t>
                </a:r>
                <a:r>
                  <a:rPr lang="el-GR" sz="1600" dirty="0"/>
                  <a:t>α</a:t>
                </a:r>
                <a:r>
                  <a:rPr lang="en-US" sz="1600" dirty="0"/>
                  <a:t> is the learning rate</a:t>
                </a:r>
              </a:p>
              <a:p>
                <a:pPr marL="808009" lvl="1" indent="-457200">
                  <a:buFont typeface="+mj-lt"/>
                  <a:buAutoNum type="arabicPeriod"/>
                </a:pPr>
                <a:r>
                  <a:rPr lang="en-US" sz="2000" dirty="0"/>
                  <a:t>Go to step 2 and repeat (until a terminating criterion is reached)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A0E8D0F-1596-2840-823C-EEB92D322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1422" y="1179781"/>
                <a:ext cx="8458200" cy="2229831"/>
              </a:xfrm>
              <a:blipFill>
                <a:blip r:embed="rId2"/>
                <a:stretch>
                  <a:fillRect l="-600" t="-170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9B6D729B-C553-3A4C-8596-6421018FCF15}"/>
              </a:ext>
            </a:extLst>
          </p:cNvPr>
          <p:cNvGrpSpPr/>
          <p:nvPr/>
        </p:nvGrpSpPr>
        <p:grpSpPr>
          <a:xfrm>
            <a:off x="287525" y="3710825"/>
            <a:ext cx="8568950" cy="3147175"/>
            <a:chOff x="1212777" y="4246240"/>
            <a:chExt cx="8568950" cy="3147175"/>
          </a:xfrm>
        </p:grpSpPr>
        <p:pic>
          <p:nvPicPr>
            <p:cNvPr id="6" name="Picture 2" descr="Gradient Descent and Stochastic Gradient Descent - mlxtend">
              <a:extLst>
                <a:ext uri="{FF2B5EF4-FFF2-40B4-BE49-F238E27FC236}">
                  <a16:creationId xmlns:a16="http://schemas.microsoft.com/office/drawing/2014/main" id="{7536AAB9-ED22-6646-A6C9-542C6918B9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6833" y="4246240"/>
              <a:ext cx="5657853" cy="3065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DE7072A-5830-5242-9B59-745672514832}"/>
                    </a:ext>
                  </a:extLst>
                </p:cNvPr>
                <p:cNvSpPr txBox="1"/>
                <p:nvPr/>
              </p:nvSpPr>
              <p:spPr>
                <a:xfrm>
                  <a:off x="1212777" y="4575811"/>
                  <a:ext cx="1008112" cy="40100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800" dirty="0"/>
                    <a:t>Loss </a:t>
                  </a:r>
                  <a14:m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DE7072A-5830-5242-9B59-745672514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2777" y="4575811"/>
                  <a:ext cx="1008112" cy="401007"/>
                </a:xfrm>
                <a:prstGeom prst="rect">
                  <a:avLst/>
                </a:prstGeom>
                <a:blipFill>
                  <a:blip r:embed="rId4"/>
                  <a:stretch>
                    <a:fillRect t="-9375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2F00597-FFAA-6C41-9138-17353F1F4C2F}"/>
                    </a:ext>
                  </a:extLst>
                </p:cNvPr>
                <p:cNvSpPr txBox="1"/>
                <p:nvPr/>
              </p:nvSpPr>
              <p:spPr>
                <a:xfrm>
                  <a:off x="2961584" y="7024083"/>
                  <a:ext cx="194421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800" dirty="0"/>
                    <a:t>Parameters </a:t>
                  </a:r>
                  <a14:m>
                    <m:oMath xmlns:m="http://schemas.openxmlformats.org/officeDocument/2006/math">
                      <m:r>
                        <a:rPr lang="zh-TW" altLang="en-US" sz="18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2F00597-FFAA-6C41-9138-17353F1F4C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1584" y="7024083"/>
                  <a:ext cx="1944216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A088448-07E8-2849-88ED-FCB55B59319C}"/>
                    </a:ext>
                  </a:extLst>
                </p:cNvPr>
                <p:cNvSpPr txBox="1"/>
                <p:nvPr/>
              </p:nvSpPr>
              <p:spPr>
                <a:xfrm>
                  <a:off x="5337690" y="6087979"/>
                  <a:ext cx="3070805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 sz="1800" dirty="0"/>
                </a:p>
                <a:p>
                  <a:r>
                    <a:rPr lang="en-US" sz="1800" dirty="0"/>
                    <a:t>Global loss minimum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A088448-07E8-2849-88ED-FCB55B5931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7690" y="6087979"/>
                  <a:ext cx="3070805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646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AB38B18-7B17-194F-AC9A-004B9330D950}"/>
                    </a:ext>
                  </a:extLst>
                </p:cNvPr>
                <p:cNvSpPr txBox="1"/>
                <p:nvPr/>
              </p:nvSpPr>
              <p:spPr>
                <a:xfrm>
                  <a:off x="6014181" y="4533820"/>
                  <a:ext cx="2039356" cy="5139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00" dirty="0"/>
                    <a:t>Gradient </a:t>
                  </a:r>
                  <a14:m>
                    <m:oMath xmlns:m="http://schemas.openxmlformats.org/officeDocument/2006/math">
                      <m:r>
                        <a:rPr lang="zh-TW" altLang="en-US" sz="1800" i="1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AB38B18-7B17-194F-AC9A-004B9330D9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4181" y="4533820"/>
                  <a:ext cx="2039356" cy="513923"/>
                </a:xfrm>
                <a:prstGeom prst="rect">
                  <a:avLst/>
                </a:prstGeom>
                <a:blipFill>
                  <a:blip r:embed="rId7"/>
                  <a:stretch>
                    <a:fillRect l="-2469" b="-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C687AF2-55A1-0D41-A310-0EE3A71060BA}"/>
                    </a:ext>
                  </a:extLst>
                </p:cNvPr>
                <p:cNvSpPr txBox="1"/>
                <p:nvPr/>
              </p:nvSpPr>
              <p:spPr>
                <a:xfrm>
                  <a:off x="2724945" y="4505544"/>
                  <a:ext cx="1604791" cy="67800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800" dirty="0"/>
                    <a:t>Initial </a:t>
                  </a:r>
                </a:p>
                <a:p>
                  <a:pPr algn="r"/>
                  <a:r>
                    <a:rPr lang="en-US" sz="1800" dirty="0"/>
                    <a:t>parameters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C687AF2-55A1-0D41-A310-0EE3A71060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4945" y="4505544"/>
                  <a:ext cx="1604791" cy="678006"/>
                </a:xfrm>
                <a:prstGeom prst="rect">
                  <a:avLst/>
                </a:prstGeom>
                <a:blipFill>
                  <a:blip r:embed="rId8"/>
                  <a:stretch>
                    <a:fillRect t="-3704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9CC2A60-21C7-AE4B-B604-F7F81764B4AE}"/>
                    </a:ext>
                  </a:extLst>
                </p:cNvPr>
                <p:cNvSpPr txBox="1"/>
                <p:nvPr/>
              </p:nvSpPr>
              <p:spPr>
                <a:xfrm>
                  <a:off x="5468857" y="5650169"/>
                  <a:ext cx="4312870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00" dirty="0"/>
                    <a:t>Parameter update: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p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1800" i="1">
                          <a:latin typeface="Cambria Math" panose="02040503050406030204" pitchFamily="18" charset="0"/>
                        </a:rPr>
                        <m:t>𝛼𝛻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9CC2A60-21C7-AE4B-B604-F7F81764B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8857" y="5650169"/>
                  <a:ext cx="4312870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173" t="-6452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58318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</a:t>
            </a:r>
          </a:p>
        </p:txBody>
      </p:sp>
      <p:pic>
        <p:nvPicPr>
          <p:cNvPr id="7170" name="Picture 2" descr="In an artificial neural network algorithm, what happens if my learning rate  is wrong (too high or too low)? - Quora">
            <a:extLst>
              <a:ext uri="{FF2B5EF4-FFF2-40B4-BE49-F238E27FC236}">
                <a16:creationId xmlns:a16="http://schemas.microsoft.com/office/drawing/2014/main" id="{D4C36E5D-5F6F-A54A-B4F0-869C94479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2273357"/>
            <a:ext cx="3970420" cy="408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Gradient descent for neural networks | Lulu's blog">
            <a:extLst>
              <a:ext uri="{FF2B5EF4-FFF2-40B4-BE49-F238E27FC236}">
                <a16:creationId xmlns:a16="http://schemas.microsoft.com/office/drawing/2014/main" id="{C48FA3B5-147F-D740-B148-DECF9D60A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641" y="2382252"/>
            <a:ext cx="3920053" cy="343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30C64D-6BC2-EB4D-9567-64A819DEC919}"/>
              </a:ext>
            </a:extLst>
          </p:cNvPr>
          <p:cNvSpPr txBox="1"/>
          <p:nvPr/>
        </p:nvSpPr>
        <p:spPr>
          <a:xfrm>
            <a:off x="962526" y="1660357"/>
            <a:ext cx="2755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Learning rate  </a:t>
            </a:r>
            <a:r>
              <a:rPr lang="en-US" sz="2000" b="1" dirty="0"/>
              <a:t>to0 large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D9284-B79F-7046-97CD-8E60154D3444}"/>
              </a:ext>
            </a:extLst>
          </p:cNvPr>
          <p:cNvSpPr txBox="1"/>
          <p:nvPr/>
        </p:nvSpPr>
        <p:spPr>
          <a:xfrm>
            <a:off x="5694077" y="1660357"/>
            <a:ext cx="2755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Learning rate  </a:t>
            </a:r>
            <a:r>
              <a:rPr lang="en-US" sz="2000" b="1" dirty="0"/>
              <a:t>to0 small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9DB225D-F318-F92C-867E-EF236236CBD6}"/>
              </a:ext>
            </a:extLst>
          </p:cNvPr>
          <p:cNvSpPr/>
          <p:nvPr/>
        </p:nvSpPr>
        <p:spPr>
          <a:xfrm>
            <a:off x="5229922" y="2810107"/>
            <a:ext cx="289932" cy="27878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DB6C82-F47F-82A6-ED0E-D8AF27CC167A}"/>
              </a:ext>
            </a:extLst>
          </p:cNvPr>
          <p:cNvSpPr/>
          <p:nvPr/>
        </p:nvSpPr>
        <p:spPr>
          <a:xfrm>
            <a:off x="754576" y="2594517"/>
            <a:ext cx="289932" cy="27878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89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Hyper-parameters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13CDA-3506-9C46-8637-E8E31E3BA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141" y="1333759"/>
            <a:ext cx="8229600" cy="482138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i="0" dirty="0">
                <a:solidFill>
                  <a:srgbClr val="292929"/>
                </a:solidFill>
                <a:effectLst/>
                <a:latin typeface="sohne"/>
              </a:rPr>
              <a:t>Network structure related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292929"/>
                </a:solidFill>
                <a:effectLst/>
                <a:latin typeface="sohne"/>
              </a:rPr>
              <a:t>Number of Hidden Layers and units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292929"/>
                </a:solidFill>
                <a:effectLst/>
                <a:latin typeface="sohne"/>
              </a:rPr>
              <a:t>Network Weight Initialization</a:t>
            </a:r>
          </a:p>
          <a:p>
            <a:pPr algn="l">
              <a:lnSpc>
                <a:spcPct val="150000"/>
              </a:lnSpc>
            </a:pPr>
            <a:br>
              <a:rPr lang="en-GB" dirty="0"/>
            </a:br>
            <a:r>
              <a:rPr lang="en-GB" b="1" i="0" dirty="0">
                <a:solidFill>
                  <a:srgbClr val="292929"/>
                </a:solidFill>
                <a:effectLst/>
                <a:latin typeface="sohne"/>
              </a:rPr>
              <a:t>Training Algorithm related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u="sng" dirty="0">
                <a:solidFill>
                  <a:srgbClr val="292929"/>
                </a:solidFill>
                <a:effectLst/>
                <a:latin typeface="sohne"/>
              </a:rPr>
              <a:t>Learning Rate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u="sng" dirty="0">
                <a:solidFill>
                  <a:srgbClr val="292929"/>
                </a:solidFill>
                <a:latin typeface="sohne"/>
              </a:rPr>
              <a:t>Regularisations</a:t>
            </a:r>
            <a:endParaRPr lang="en-GB" i="0" u="sng" dirty="0">
              <a:solidFill>
                <a:srgbClr val="292929"/>
              </a:solidFill>
              <a:effectLst/>
              <a:latin typeface="sohne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292929"/>
                </a:solidFill>
                <a:effectLst/>
                <a:latin typeface="sohne"/>
              </a:rPr>
              <a:t>Number of epochs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292929"/>
                </a:solidFill>
                <a:effectLst/>
                <a:latin typeface="sohne"/>
              </a:rPr>
              <a:t>Momentum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292929"/>
                </a:solidFill>
                <a:effectLst/>
                <a:latin typeface="sohne"/>
              </a:rPr>
              <a:t>Batch size</a:t>
            </a:r>
          </a:p>
          <a:p>
            <a:br>
              <a:rPr lang="en-GB" dirty="0"/>
            </a:br>
            <a:endParaRPr lang="en-GB" b="1" i="0" dirty="0">
              <a:solidFill>
                <a:srgbClr val="292929"/>
              </a:solidFill>
              <a:effectLst/>
              <a:latin typeface="sohne"/>
            </a:endParaRPr>
          </a:p>
          <a:p>
            <a:br>
              <a:rPr lang="en-GB" dirty="0"/>
            </a:br>
            <a:br>
              <a:rPr lang="en-GB" dirty="0"/>
            </a:br>
            <a:endParaRPr lang="en-US" dirty="0"/>
          </a:p>
        </p:txBody>
      </p:sp>
      <p:pic>
        <p:nvPicPr>
          <p:cNvPr id="4" name="Picture 2" descr="Understanding the Structure of Neural Networks | by savannah logan |  Becoming Human: Artificial Intelligence Magazine">
            <a:extLst>
              <a:ext uri="{FF2B5EF4-FFF2-40B4-BE49-F238E27FC236}">
                <a16:creationId xmlns:a16="http://schemas.microsoft.com/office/drawing/2014/main" id="{132FFBFA-4563-6746-8F1E-950C0F167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352" y="3429000"/>
            <a:ext cx="4786389" cy="256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533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Regularisation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F749BF-1F61-FC49-B705-49CB35AB5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6" y="1211201"/>
            <a:ext cx="8506719" cy="823661"/>
          </a:xfrm>
        </p:spPr>
        <p:txBody>
          <a:bodyPr/>
          <a:lstStyle/>
          <a:p>
            <a:r>
              <a:rPr lang="en-US" dirty="0"/>
              <a:t>Overfitting – a model with high capacity fits the noise in the data instead of the underlying relationship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194" name="Picture 2" descr="Measure Bias and Variance Using Various Machine Learning Models">
            <a:extLst>
              <a:ext uri="{FF2B5EF4-FFF2-40B4-BE49-F238E27FC236}">
                <a16:creationId xmlns:a16="http://schemas.microsoft.com/office/drawing/2014/main" id="{83EE9EEA-ABDD-854E-B2AE-9665F8657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100" y="4027868"/>
            <a:ext cx="42799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Εικόνα 12">
            <a:extLst>
              <a:ext uri="{FF2B5EF4-FFF2-40B4-BE49-F238E27FC236}">
                <a16:creationId xmlns:a16="http://schemas.microsoft.com/office/drawing/2014/main" id="{33396DB0-E252-F046-9F4A-2DCE4F475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787" y="2034862"/>
            <a:ext cx="5381438" cy="21737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A36195-E155-FA4E-86E4-B320A8EE7B13}"/>
              </a:ext>
            </a:extLst>
          </p:cNvPr>
          <p:cNvSpPr txBox="1"/>
          <p:nvPr/>
        </p:nvSpPr>
        <p:spPr>
          <a:xfrm>
            <a:off x="611748" y="4547543"/>
            <a:ext cx="21700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Regularisation</a:t>
            </a:r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Dropout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Early Stopping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weight decay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Lasso L1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Ridge L2</a:t>
            </a:r>
          </a:p>
        </p:txBody>
      </p:sp>
    </p:spTree>
    <p:extLst>
      <p:ext uri="{BB962C8B-B14F-4D97-AF65-F5344CB8AC3E}">
        <p14:creationId xmlns:p14="http://schemas.microsoft.com/office/powerpoint/2010/main" val="3067216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9E87E8-22A7-A841-8174-FA996A53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959" y="1250393"/>
            <a:ext cx="8468082" cy="1690749"/>
          </a:xfrm>
        </p:spPr>
        <p:txBody>
          <a:bodyPr/>
          <a:lstStyle/>
          <a:p>
            <a:r>
              <a:rPr lang="en-US" dirty="0"/>
              <a:t>When the convolutional filters are scanned over the image, they capture useful features</a:t>
            </a:r>
          </a:p>
        </p:txBody>
      </p:sp>
      <p:pic>
        <p:nvPicPr>
          <p:cNvPr id="10242" name="Picture 2" descr="Convolutional Neural Network: An Overview">
            <a:extLst>
              <a:ext uri="{FF2B5EF4-FFF2-40B4-BE49-F238E27FC236}">
                <a16:creationId xmlns:a16="http://schemas.microsoft.com/office/drawing/2014/main" id="{AD9F8EB6-87F4-724C-B82A-AD94E0C26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992737"/>
            <a:ext cx="8991600" cy="448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6F6F14-0F05-424E-8290-CC0967008E00}"/>
              </a:ext>
            </a:extLst>
          </p:cNvPr>
          <p:cNvSpPr txBox="1"/>
          <p:nvPr/>
        </p:nvSpPr>
        <p:spPr>
          <a:xfrm>
            <a:off x="7508384" y="6520913"/>
            <a:ext cx="1779432" cy="382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Saily</a:t>
            </a:r>
            <a:r>
              <a:rPr lang="en-US" dirty="0"/>
              <a:t> </a:t>
            </a:r>
            <a:r>
              <a:rPr lang="en-US" dirty="0" err="1"/>
              <a:t>Saha</a:t>
            </a:r>
            <a:r>
              <a:rPr lang="en-US" dirty="0"/>
              <a:t> 2018</a:t>
            </a:r>
          </a:p>
        </p:txBody>
      </p:sp>
    </p:spTree>
    <p:extLst>
      <p:ext uri="{BB962C8B-B14F-4D97-AF65-F5344CB8AC3E}">
        <p14:creationId xmlns:p14="http://schemas.microsoft.com/office/powerpoint/2010/main" val="1026269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data </a:t>
            </a:r>
          </a:p>
        </p:txBody>
      </p:sp>
      <p:pic>
        <p:nvPicPr>
          <p:cNvPr id="9218" name="Picture 2" descr="Figure 1 | CNN-MGP: Convolutional Neural Networks for Metagenomics Gene  Prediction | SpringerLink">
            <a:extLst>
              <a:ext uri="{FF2B5EF4-FFF2-40B4-BE49-F238E27FC236}">
                <a16:creationId xmlns:a16="http://schemas.microsoft.com/office/drawing/2014/main" id="{A8696E3B-C72D-F146-AF8B-4B61E808C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45" y="1523893"/>
            <a:ext cx="6705600" cy="3810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074AB0-C2D3-A142-8593-52E273137B23}"/>
              </a:ext>
            </a:extLst>
          </p:cNvPr>
          <p:cNvSpPr txBox="1"/>
          <p:nvPr/>
        </p:nvSpPr>
        <p:spPr>
          <a:xfrm>
            <a:off x="7124164" y="6503484"/>
            <a:ext cx="22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effectLst/>
                <a:latin typeface="-apple-system"/>
              </a:rPr>
              <a:t>Amani Al-</a:t>
            </a:r>
            <a:r>
              <a:rPr lang="en-GB" b="0" i="0" dirty="0" err="1">
                <a:effectLst/>
                <a:latin typeface="-apple-system"/>
              </a:rPr>
              <a:t>Ajlan</a:t>
            </a:r>
            <a:r>
              <a:rPr lang="en-GB" b="0" i="0" dirty="0">
                <a:effectLst/>
                <a:latin typeface="-apple-system"/>
              </a:rPr>
              <a:t> 2018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A876AF-DBB6-3A43-8A9E-605BD52DC766}"/>
              </a:ext>
            </a:extLst>
          </p:cNvPr>
          <p:cNvSpPr/>
          <p:nvPr/>
        </p:nvSpPr>
        <p:spPr>
          <a:xfrm>
            <a:off x="6029460" y="1562530"/>
            <a:ext cx="1210614" cy="2468557"/>
          </a:xfrm>
          <a:prstGeom prst="rect">
            <a:avLst/>
          </a:prstGeom>
          <a:noFill/>
          <a:ln w="63500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1E066E-CB24-90AA-00A1-C26F621A3346}"/>
              </a:ext>
            </a:extLst>
          </p:cNvPr>
          <p:cNvCxnSpPr/>
          <p:nvPr/>
        </p:nvCxnSpPr>
        <p:spPr>
          <a:xfrm>
            <a:off x="7331515" y="2574338"/>
            <a:ext cx="0" cy="2018371"/>
          </a:xfrm>
          <a:prstGeom prst="straightConnector1">
            <a:avLst/>
          </a:prstGeom>
          <a:ln w="1079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745CE9-8924-90C8-6655-F7141C8C0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836298"/>
              </p:ext>
            </p:extLst>
          </p:nvPr>
        </p:nvGraphicFramePr>
        <p:xfrm>
          <a:off x="1533936" y="4126479"/>
          <a:ext cx="1946362" cy="2130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682">
                  <a:extLst>
                    <a:ext uri="{9D8B030D-6E8A-4147-A177-3AD203B41FA5}">
                      <a16:colId xmlns:a16="http://schemas.microsoft.com/office/drawing/2014/main" val="2200692365"/>
                    </a:ext>
                  </a:extLst>
                </a:gridCol>
                <a:gridCol w="1481680">
                  <a:extLst>
                    <a:ext uri="{9D8B030D-6E8A-4147-A177-3AD203B41FA5}">
                      <a16:colId xmlns:a16="http://schemas.microsoft.com/office/drawing/2014/main" val="2466159033"/>
                    </a:ext>
                  </a:extLst>
                </a:gridCol>
              </a:tblGrid>
              <a:tr h="500582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 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[1  0  0  0] 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207477"/>
                  </a:ext>
                </a:extLst>
              </a:tr>
              <a:tr h="56473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 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[0  1  0  0]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688513"/>
                  </a:ext>
                </a:extLst>
              </a:tr>
              <a:tr h="56473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G 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[0  0  1  0]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313865"/>
                  </a:ext>
                </a:extLst>
              </a:tr>
              <a:tr h="500582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 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[0  0  0  1]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480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88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11111E-6 L 0.00017 0.0627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6274 L 0.00017 0.1233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A392-7D38-2E4A-B594-1531D9A25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</a:t>
            </a:r>
          </a:p>
        </p:txBody>
      </p:sp>
      <p:pic>
        <p:nvPicPr>
          <p:cNvPr id="13" name="Picture 12" descr="A graph with a line&#10;&#10;Description automatically generated">
            <a:extLst>
              <a:ext uri="{FF2B5EF4-FFF2-40B4-BE49-F238E27FC236}">
                <a16:creationId xmlns:a16="http://schemas.microsoft.com/office/drawing/2014/main" id="{4C30947E-CA1E-A7D1-FF76-02ACAA47D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5817"/>
            <a:ext cx="4389120" cy="3291840"/>
          </a:xfrm>
          <a:prstGeom prst="rect">
            <a:avLst/>
          </a:prstGeom>
        </p:spPr>
      </p:pic>
      <p:pic>
        <p:nvPicPr>
          <p:cNvPr id="15" name="Picture 14" descr="A graph with blue line and orange line&#10;&#10;Description automatically generated">
            <a:extLst>
              <a:ext uri="{FF2B5EF4-FFF2-40B4-BE49-F238E27FC236}">
                <a16:creationId xmlns:a16="http://schemas.microsoft.com/office/drawing/2014/main" id="{0E630B30-FD2D-20AD-4066-B747611A6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451463"/>
            <a:ext cx="4506686" cy="338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16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D3CA9-2D28-5530-DA62-0117D49AA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3530-39AD-9C60-F30A-918234BA8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pic>
        <p:nvPicPr>
          <p:cNvPr id="5" name="Picture 4" descr="A graph with orange lines and white text&#10;&#10;Description automatically generated">
            <a:extLst>
              <a:ext uri="{FF2B5EF4-FFF2-40B4-BE49-F238E27FC236}">
                <a16:creationId xmlns:a16="http://schemas.microsoft.com/office/drawing/2014/main" id="{F02F1B47-AA01-2EDA-1B28-40865B3E2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8808"/>
            <a:ext cx="4693843" cy="3520382"/>
          </a:xfrm>
          <a:prstGeom prst="rect">
            <a:avLst/>
          </a:prstGeom>
        </p:spPr>
      </p:pic>
      <p:pic>
        <p:nvPicPr>
          <p:cNvPr id="7" name="Picture 6" descr="A graph of a graph&#10;&#10;Description automatically generated">
            <a:extLst>
              <a:ext uri="{FF2B5EF4-FFF2-40B4-BE49-F238E27FC236}">
                <a16:creationId xmlns:a16="http://schemas.microsoft.com/office/drawing/2014/main" id="{1280C089-7F64-0169-9108-61F911984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96386"/>
            <a:ext cx="4353636" cy="326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14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28365-5C28-258C-3220-3BD7ACBC7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E7F29-8758-2EE9-7127-33E5CDC8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fit</a:t>
            </a:r>
          </a:p>
        </p:txBody>
      </p:sp>
      <p:pic>
        <p:nvPicPr>
          <p:cNvPr id="9" name="Picture 8" descr="A graph with blue lines and white text&#10;&#10;Description automatically generated">
            <a:extLst>
              <a:ext uri="{FF2B5EF4-FFF2-40B4-BE49-F238E27FC236}">
                <a16:creationId xmlns:a16="http://schemas.microsoft.com/office/drawing/2014/main" id="{1CFF227F-6AD2-D1B5-DC6A-4B87681F9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252" y="1781719"/>
            <a:ext cx="4693920" cy="3520440"/>
          </a:xfrm>
          <a:prstGeom prst="rect">
            <a:avLst/>
          </a:prstGeom>
        </p:spPr>
      </p:pic>
      <p:pic>
        <p:nvPicPr>
          <p:cNvPr id="11" name="Picture 10" descr="A graph of a graph&#10;&#10;Description automatically generated">
            <a:extLst>
              <a:ext uri="{FF2B5EF4-FFF2-40B4-BE49-F238E27FC236}">
                <a16:creationId xmlns:a16="http://schemas.microsoft.com/office/drawing/2014/main" id="{3A1B2900-C9B9-D98D-A6EF-33ADB5F72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080" y="1781719"/>
            <a:ext cx="4693920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47712"/>
      </p:ext>
    </p:extLst>
  </p:cSld>
  <p:clrMapOvr>
    <a:masterClrMapping/>
  </p:clrMapOvr>
</p:sld>
</file>

<file path=ppt/theme/theme1.xml><?xml version="1.0" encoding="utf-8"?>
<a:theme xmlns:a="http://schemas.openxmlformats.org/drawingml/2006/main" name="Main_Presentation_Title_Page">
  <a:themeElements>
    <a:clrScheme name="Custom 1">
      <a:dk1>
        <a:srgbClr val="000000"/>
      </a:dk1>
      <a:lt1>
        <a:srgbClr val="FFFFFF"/>
      </a:lt1>
      <a:dk2>
        <a:srgbClr val="004550"/>
      </a:dk2>
      <a:lt2>
        <a:srgbClr val="2BAC6D"/>
      </a:lt2>
      <a:accent1>
        <a:srgbClr val="2BAC6D"/>
      </a:accent1>
      <a:accent2>
        <a:srgbClr val="004550"/>
      </a:accent2>
      <a:accent3>
        <a:srgbClr val="00ABCE"/>
      </a:accent3>
      <a:accent4>
        <a:srgbClr val="FBB800"/>
      </a:accent4>
      <a:accent5>
        <a:srgbClr val="E95B0C"/>
      </a:accent5>
      <a:accent6>
        <a:srgbClr val="B1B2B3"/>
      </a:accent6>
      <a:hlink>
        <a:srgbClr val="00ABCE"/>
      </a:hlink>
      <a:folHlink>
        <a:srgbClr val="B1B2B3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2529</TotalTime>
  <Words>968</Words>
  <Application>Microsoft Macintosh PowerPoint</Application>
  <PresentationFormat>On-screen Show (4:3)</PresentationFormat>
  <Paragraphs>230</Paragraphs>
  <Slides>26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0" baseType="lpstr">
      <vt:lpstr>-apple-system</vt:lpstr>
      <vt:lpstr>sohne</vt:lpstr>
      <vt:lpstr>urw-din</vt:lpstr>
      <vt:lpstr>Aptos Narrow</vt:lpstr>
      <vt:lpstr>Arial</vt:lpstr>
      <vt:lpstr>Calibri</vt:lpstr>
      <vt:lpstr>Cambria Math</vt:lpstr>
      <vt:lpstr>Constantia</vt:lpstr>
      <vt:lpstr>Corbel</vt:lpstr>
      <vt:lpstr>merriweather</vt:lpstr>
      <vt:lpstr>open sans</vt:lpstr>
      <vt:lpstr>Times New Roman</vt:lpstr>
      <vt:lpstr>Main_Presentation_Title_Page</vt:lpstr>
      <vt:lpstr>方程式</vt:lpstr>
      <vt:lpstr>PowerPoint Presentation</vt:lpstr>
      <vt:lpstr>ML based genomic tools</vt:lpstr>
      <vt:lpstr>Machine learning (ML) based tools</vt:lpstr>
      <vt:lpstr>Machine Learning</vt:lpstr>
      <vt:lpstr>Comparison</vt:lpstr>
      <vt:lpstr>Machine learning types</vt:lpstr>
      <vt:lpstr>Deep Learning</vt:lpstr>
      <vt:lpstr>Neural network</vt:lpstr>
      <vt:lpstr>Linear Regression</vt:lpstr>
      <vt:lpstr>Non-linearity</vt:lpstr>
      <vt:lpstr>Single-Layer neural network</vt:lpstr>
      <vt:lpstr>Multi-Layer neural network</vt:lpstr>
      <vt:lpstr>Intuition</vt:lpstr>
      <vt:lpstr>Activation function</vt:lpstr>
      <vt:lpstr>Loss function</vt:lpstr>
      <vt:lpstr>Backpropagation</vt:lpstr>
      <vt:lpstr>Loss landscape</vt:lpstr>
      <vt:lpstr>Optimizer: Gradient Descent</vt:lpstr>
      <vt:lpstr>Learning rate</vt:lpstr>
      <vt:lpstr>Hyper-parameters</vt:lpstr>
      <vt:lpstr>Regularisation</vt:lpstr>
      <vt:lpstr>Convolutional neural network</vt:lpstr>
      <vt:lpstr>Sequence data </vt:lpstr>
      <vt:lpstr>underfitting</vt:lpstr>
      <vt:lpstr>overfitting</vt:lpstr>
      <vt:lpstr>Right fit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School of Hygiene  &amp; Tropical Medicine</dc:title>
  <dc:creator>Nick Smith</dc:creator>
  <cp:lastModifiedBy>Linfeng Wang</cp:lastModifiedBy>
  <cp:revision>46</cp:revision>
  <dcterms:created xsi:type="dcterms:W3CDTF">2017-08-07T14:02:54Z</dcterms:created>
  <dcterms:modified xsi:type="dcterms:W3CDTF">2025-05-09T13:34:40Z</dcterms:modified>
</cp:coreProperties>
</file>